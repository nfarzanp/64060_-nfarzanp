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F9C3FF-FAE8-4226-9731-28216987CA8C}" v="32" dt="2026-04-25T18:26:58.7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1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rzanpay, Navid" userId="7d28676e-d6b8-404c-a7cf-2a7bc865e74b" providerId="ADAL" clId="{6F022F61-8D3B-4CAE-A5F7-1F420939E49C}"/>
    <pc:docChg chg="undo custSel addSld delSld modSld addMainMaster delMainMaster">
      <pc:chgData name="Farzanpay, Navid" userId="7d28676e-d6b8-404c-a7cf-2a7bc865e74b" providerId="ADAL" clId="{6F022F61-8D3B-4CAE-A5F7-1F420939E49C}" dt="2026-04-25T18:27:25.575" v="1784" actId="732"/>
      <pc:docMkLst>
        <pc:docMk/>
      </pc:docMkLst>
      <pc:sldChg chg="addSp modSp mod setBg modClrScheme addAnim setClrOvrMap chgLayout">
        <pc:chgData name="Farzanpay, Navid" userId="7d28676e-d6b8-404c-a7cf-2a7bc865e74b" providerId="ADAL" clId="{6F022F61-8D3B-4CAE-A5F7-1F420939E49C}" dt="2026-04-25T17:57:10.595" v="120"/>
        <pc:sldMkLst>
          <pc:docMk/>
          <pc:sldMk cId="3861499416" sldId="256"/>
        </pc:sldMkLst>
        <pc:spChg chg="mod">
          <ac:chgData name="Farzanpay, Navid" userId="7d28676e-d6b8-404c-a7cf-2a7bc865e74b" providerId="ADAL" clId="{6F022F61-8D3B-4CAE-A5F7-1F420939E49C}" dt="2026-04-25T17:57:10.590" v="118" actId="26606"/>
          <ac:spMkLst>
            <pc:docMk/>
            <pc:sldMk cId="3861499416" sldId="256"/>
            <ac:spMk id="2" creationId="{E809D76A-E9C2-2EBD-4B0B-BD9EBE30733B}"/>
          </ac:spMkLst>
        </pc:spChg>
        <pc:spChg chg="mod">
          <ac:chgData name="Farzanpay, Navid" userId="7d28676e-d6b8-404c-a7cf-2a7bc865e74b" providerId="ADAL" clId="{6F022F61-8D3B-4CAE-A5F7-1F420939E49C}" dt="2026-04-25T17:57:10.590" v="118" actId="26606"/>
          <ac:spMkLst>
            <pc:docMk/>
            <pc:sldMk cId="3861499416" sldId="256"/>
            <ac:spMk id="3" creationId="{C361D8C8-D129-32C4-F893-98DF30764F23}"/>
          </ac:spMkLst>
        </pc:spChg>
        <pc:spChg chg="add">
          <ac:chgData name="Farzanpay, Navid" userId="7d28676e-d6b8-404c-a7cf-2a7bc865e74b" providerId="ADAL" clId="{6F022F61-8D3B-4CAE-A5F7-1F420939E49C}" dt="2026-04-25T17:57:10.590" v="118" actId="26606"/>
          <ac:spMkLst>
            <pc:docMk/>
            <pc:sldMk cId="3861499416" sldId="256"/>
            <ac:spMk id="9" creationId="{8BEC44CD-E290-4D60-A056-5BA05B182AC3}"/>
          </ac:spMkLst>
        </pc:spChg>
        <pc:spChg chg="add">
          <ac:chgData name="Farzanpay, Navid" userId="7d28676e-d6b8-404c-a7cf-2a7bc865e74b" providerId="ADAL" clId="{6F022F61-8D3B-4CAE-A5F7-1F420939E49C}" dt="2026-04-25T17:57:10.590" v="118" actId="26606"/>
          <ac:spMkLst>
            <pc:docMk/>
            <pc:sldMk cId="3861499416" sldId="256"/>
            <ac:spMk id="11" creationId="{B2C335F7-F61C-4EB4-80F2-4B1438FE66BB}"/>
          </ac:spMkLst>
        </pc:spChg>
        <pc:spChg chg="add">
          <ac:chgData name="Farzanpay, Navid" userId="7d28676e-d6b8-404c-a7cf-2a7bc865e74b" providerId="ADAL" clId="{6F022F61-8D3B-4CAE-A5F7-1F420939E49C}" dt="2026-04-25T17:57:10.590" v="118" actId="26606"/>
          <ac:spMkLst>
            <pc:docMk/>
            <pc:sldMk cId="3861499416" sldId="256"/>
            <ac:spMk id="13" creationId="{F1189494-2B67-46D2-93D6-A122A09BF6B2}"/>
          </ac:spMkLst>
        </pc:spChg>
        <pc:picChg chg="add">
          <ac:chgData name="Farzanpay, Navid" userId="7d28676e-d6b8-404c-a7cf-2a7bc865e74b" providerId="ADAL" clId="{6F022F61-8D3B-4CAE-A5F7-1F420939E49C}" dt="2026-04-25T17:57:10.590" v="118" actId="26606"/>
          <ac:picMkLst>
            <pc:docMk/>
            <pc:sldMk cId="3861499416" sldId="256"/>
            <ac:picMk id="4" creationId="{D9413330-0BD2-A59C-8C53-B462B5F254B9}"/>
          </ac:picMkLst>
        </pc:picChg>
      </pc:sldChg>
      <pc:sldChg chg="addSp delSp modSp new mod">
        <pc:chgData name="Farzanpay, Navid" userId="7d28676e-d6b8-404c-a7cf-2a7bc865e74b" providerId="ADAL" clId="{6F022F61-8D3B-4CAE-A5F7-1F420939E49C}" dt="2026-04-25T18:24:01.406" v="1754" actId="207"/>
        <pc:sldMkLst>
          <pc:docMk/>
          <pc:sldMk cId="402398237" sldId="257"/>
        </pc:sldMkLst>
        <pc:spChg chg="mod">
          <ac:chgData name="Farzanpay, Navid" userId="7d28676e-d6b8-404c-a7cf-2a7bc865e74b" providerId="ADAL" clId="{6F022F61-8D3B-4CAE-A5F7-1F420939E49C}" dt="2026-04-25T18:24:01.406" v="1754" actId="207"/>
          <ac:spMkLst>
            <pc:docMk/>
            <pc:sldMk cId="402398237" sldId="257"/>
            <ac:spMk id="2" creationId="{EF547587-89BA-3842-552B-9ABCFAC34CB4}"/>
          </ac:spMkLst>
        </pc:spChg>
        <pc:spChg chg="del mod">
          <ac:chgData name="Farzanpay, Navid" userId="7d28676e-d6b8-404c-a7cf-2a7bc865e74b" providerId="ADAL" clId="{6F022F61-8D3B-4CAE-A5F7-1F420939E49C}" dt="2026-04-25T18:02:44.689" v="627" actId="26606"/>
          <ac:spMkLst>
            <pc:docMk/>
            <pc:sldMk cId="402398237" sldId="257"/>
            <ac:spMk id="3" creationId="{AACE5665-DE67-3A17-1C9E-58CEBA9240F3}"/>
          </ac:spMkLst>
        </pc:spChg>
        <pc:graphicFrameChg chg="add mod">
          <ac:chgData name="Farzanpay, Navid" userId="7d28676e-d6b8-404c-a7cf-2a7bc865e74b" providerId="ADAL" clId="{6F022F61-8D3B-4CAE-A5F7-1F420939E49C}" dt="2026-04-25T18:03:16.149" v="632" actId="208"/>
          <ac:graphicFrameMkLst>
            <pc:docMk/>
            <pc:sldMk cId="402398237" sldId="257"/>
            <ac:graphicFrameMk id="5" creationId="{9C836367-16EC-BEDF-D4B1-DE9F209A74E5}"/>
          </ac:graphicFrameMkLst>
        </pc:graphicFrameChg>
        <pc:picChg chg="add mod ord">
          <ac:chgData name="Farzanpay, Navid" userId="7d28676e-d6b8-404c-a7cf-2a7bc865e74b" providerId="ADAL" clId="{6F022F61-8D3B-4CAE-A5F7-1F420939E49C}" dt="2026-04-25T18:18:11.734" v="1718" actId="167"/>
          <ac:picMkLst>
            <pc:docMk/>
            <pc:sldMk cId="402398237" sldId="257"/>
            <ac:picMk id="6" creationId="{6D8517FB-5361-7E06-E8EA-251C95C3615D}"/>
          </ac:picMkLst>
        </pc:picChg>
      </pc:sldChg>
      <pc:sldChg chg="modSp new del mod">
        <pc:chgData name="Farzanpay, Navid" userId="7d28676e-d6b8-404c-a7cf-2a7bc865e74b" providerId="ADAL" clId="{6F022F61-8D3B-4CAE-A5F7-1F420939E49C}" dt="2026-04-25T17:57:52.513" v="152" actId="680"/>
        <pc:sldMkLst>
          <pc:docMk/>
          <pc:sldMk cId="3756763283" sldId="257"/>
        </pc:sldMkLst>
        <pc:spChg chg="mod">
          <ac:chgData name="Farzanpay, Navid" userId="7d28676e-d6b8-404c-a7cf-2a7bc865e74b" providerId="ADAL" clId="{6F022F61-8D3B-4CAE-A5F7-1F420939E49C}" dt="2026-04-25T17:57:52.173" v="151" actId="20577"/>
          <ac:spMkLst>
            <pc:docMk/>
            <pc:sldMk cId="3756763283" sldId="257"/>
            <ac:spMk id="2" creationId="{255C5330-77A9-7987-03EE-920B94517F06}"/>
          </ac:spMkLst>
        </pc:spChg>
      </pc:sldChg>
      <pc:sldChg chg="delSp modSp new del mod">
        <pc:chgData name="Farzanpay, Navid" userId="7d28676e-d6b8-404c-a7cf-2a7bc865e74b" providerId="ADAL" clId="{6F022F61-8D3B-4CAE-A5F7-1F420939E49C}" dt="2026-04-25T18:03:49.950" v="641" actId="47"/>
        <pc:sldMkLst>
          <pc:docMk/>
          <pc:sldMk cId="989625143" sldId="258"/>
        </pc:sldMkLst>
        <pc:spChg chg="del">
          <ac:chgData name="Farzanpay, Navid" userId="7d28676e-d6b8-404c-a7cf-2a7bc865e74b" providerId="ADAL" clId="{6F022F61-8D3B-4CAE-A5F7-1F420939E49C}" dt="2026-04-25T17:59:35.716" v="553" actId="478"/>
          <ac:spMkLst>
            <pc:docMk/>
            <pc:sldMk cId="989625143" sldId="258"/>
            <ac:spMk id="2" creationId="{1DF8CEB1-31D2-0EE9-89F1-B640458D4804}"/>
          </ac:spMkLst>
        </pc:spChg>
        <pc:spChg chg="mod">
          <ac:chgData name="Farzanpay, Navid" userId="7d28676e-d6b8-404c-a7cf-2a7bc865e74b" providerId="ADAL" clId="{6F022F61-8D3B-4CAE-A5F7-1F420939E49C}" dt="2026-04-25T18:03:43.385" v="638" actId="27636"/>
          <ac:spMkLst>
            <pc:docMk/>
            <pc:sldMk cId="989625143" sldId="258"/>
            <ac:spMk id="3" creationId="{A16E6297-D4AB-8844-AC94-6A63A0DC46B1}"/>
          </ac:spMkLst>
        </pc:spChg>
        <pc:spChg chg="mod">
          <ac:chgData name="Farzanpay, Navid" userId="7d28676e-d6b8-404c-a7cf-2a7bc865e74b" providerId="ADAL" clId="{6F022F61-8D3B-4CAE-A5F7-1F420939E49C}" dt="2026-04-25T17:59:53.192" v="604"/>
          <ac:spMkLst>
            <pc:docMk/>
            <pc:sldMk cId="989625143" sldId="258"/>
            <ac:spMk id="4" creationId="{D14A3762-29D6-E2E7-B8AB-5C1C6BFFB80E}"/>
          </ac:spMkLst>
        </pc:spChg>
        <pc:spChg chg="mod">
          <ac:chgData name="Farzanpay, Navid" userId="7d28676e-d6b8-404c-a7cf-2a7bc865e74b" providerId="ADAL" clId="{6F022F61-8D3B-4CAE-A5F7-1F420939E49C}" dt="2026-04-25T18:03:43.387" v="639" actId="27636"/>
          <ac:spMkLst>
            <pc:docMk/>
            <pc:sldMk cId="989625143" sldId="258"/>
            <ac:spMk id="5" creationId="{E2D9CD0F-84F0-DB8D-A1AB-13AEDC8D6D96}"/>
          </ac:spMkLst>
        </pc:spChg>
        <pc:spChg chg="del mod">
          <ac:chgData name="Farzanpay, Navid" userId="7d28676e-d6b8-404c-a7cf-2a7bc865e74b" providerId="ADAL" clId="{6F022F61-8D3B-4CAE-A5F7-1F420939E49C}" dt="2026-04-25T18:03:45.581" v="640" actId="478"/>
          <ac:spMkLst>
            <pc:docMk/>
            <pc:sldMk cId="989625143" sldId="258"/>
            <ac:spMk id="6" creationId="{4D7717DD-4B63-D3E4-AC56-4A97A0B4571D}"/>
          </ac:spMkLst>
        </pc:spChg>
      </pc:sldChg>
      <pc:sldChg chg="addSp delSp modSp new mod setBg">
        <pc:chgData name="Farzanpay, Navid" userId="7d28676e-d6b8-404c-a7cf-2a7bc865e74b" providerId="ADAL" clId="{6F022F61-8D3B-4CAE-A5F7-1F420939E49C}" dt="2026-04-25T18:17:55.962" v="1713" actId="1076"/>
        <pc:sldMkLst>
          <pc:docMk/>
          <pc:sldMk cId="2446670195" sldId="258"/>
        </pc:sldMkLst>
        <pc:spChg chg="mod">
          <ac:chgData name="Farzanpay, Navid" userId="7d28676e-d6b8-404c-a7cf-2a7bc865e74b" providerId="ADAL" clId="{6F022F61-8D3B-4CAE-A5F7-1F420939E49C}" dt="2026-04-25T18:05:59.028" v="1053" actId="26606"/>
          <ac:spMkLst>
            <pc:docMk/>
            <pc:sldMk cId="2446670195" sldId="258"/>
            <ac:spMk id="2" creationId="{208E1784-9120-2E3C-21A2-E5BDF5DB4BBB}"/>
          </ac:spMkLst>
        </pc:spChg>
        <pc:spChg chg="add del mod">
          <ac:chgData name="Farzanpay, Navid" userId="7d28676e-d6b8-404c-a7cf-2a7bc865e74b" providerId="ADAL" clId="{6F022F61-8D3B-4CAE-A5F7-1F420939E49C}" dt="2026-04-25T18:05:59.028" v="1053" actId="26606"/>
          <ac:spMkLst>
            <pc:docMk/>
            <pc:sldMk cId="2446670195" sldId="258"/>
            <ac:spMk id="3" creationId="{22A27F6B-FE19-ABF9-DEC3-47B433B37F27}"/>
          </ac:spMkLst>
        </pc:spChg>
        <pc:spChg chg="add del">
          <ac:chgData name="Farzanpay, Navid" userId="7d28676e-d6b8-404c-a7cf-2a7bc865e74b" providerId="ADAL" clId="{6F022F61-8D3B-4CAE-A5F7-1F420939E49C}" dt="2026-04-25T18:05:45.659" v="1046" actId="26606"/>
          <ac:spMkLst>
            <pc:docMk/>
            <pc:sldMk cId="2446670195" sldId="258"/>
            <ac:spMk id="9" creationId="{4E17AA97-89A7-45C1-B813-BFF6C23D79E1}"/>
          </ac:spMkLst>
        </pc:spChg>
        <pc:spChg chg="add del">
          <ac:chgData name="Farzanpay, Navid" userId="7d28676e-d6b8-404c-a7cf-2a7bc865e74b" providerId="ADAL" clId="{6F022F61-8D3B-4CAE-A5F7-1F420939E49C}" dt="2026-04-25T18:05:45.659" v="1046" actId="26606"/>
          <ac:spMkLst>
            <pc:docMk/>
            <pc:sldMk cId="2446670195" sldId="258"/>
            <ac:spMk id="11" creationId="{A91E908F-EF1E-2FDB-BE4D-3F4C56B2F6B8}"/>
          </ac:spMkLst>
        </pc:spChg>
        <pc:spChg chg="add del">
          <ac:chgData name="Farzanpay, Navid" userId="7d28676e-d6b8-404c-a7cf-2a7bc865e74b" providerId="ADAL" clId="{6F022F61-8D3B-4CAE-A5F7-1F420939E49C}" dt="2026-04-25T18:05:45.659" v="1046" actId="26606"/>
          <ac:spMkLst>
            <pc:docMk/>
            <pc:sldMk cId="2446670195" sldId="258"/>
            <ac:spMk id="13" creationId="{F7A2980E-8F82-6B7D-A838-277407403589}"/>
          </ac:spMkLst>
        </pc:spChg>
        <pc:spChg chg="add del">
          <ac:chgData name="Farzanpay, Navid" userId="7d28676e-d6b8-404c-a7cf-2a7bc865e74b" providerId="ADAL" clId="{6F022F61-8D3B-4CAE-A5F7-1F420939E49C}" dt="2026-04-25T18:05:52.605" v="1048" actId="26606"/>
          <ac:spMkLst>
            <pc:docMk/>
            <pc:sldMk cId="2446670195" sldId="258"/>
            <ac:spMk id="15" creationId="{817D949E-564D-4503-A64E-D22FA3232C29}"/>
          </ac:spMkLst>
        </pc:spChg>
        <pc:spChg chg="add del">
          <ac:chgData name="Farzanpay, Navid" userId="7d28676e-d6b8-404c-a7cf-2a7bc865e74b" providerId="ADAL" clId="{6F022F61-8D3B-4CAE-A5F7-1F420939E49C}" dt="2026-04-25T18:05:52.605" v="1048" actId="26606"/>
          <ac:spMkLst>
            <pc:docMk/>
            <pc:sldMk cId="2446670195" sldId="258"/>
            <ac:spMk id="16" creationId="{92BE0106-0C20-465B-A1BE-0BAC2737B1AD}"/>
          </ac:spMkLst>
        </pc:spChg>
        <pc:spChg chg="add del">
          <ac:chgData name="Farzanpay, Navid" userId="7d28676e-d6b8-404c-a7cf-2a7bc865e74b" providerId="ADAL" clId="{6F022F61-8D3B-4CAE-A5F7-1F420939E49C}" dt="2026-04-25T18:05:52.605" v="1048" actId="26606"/>
          <ac:spMkLst>
            <pc:docMk/>
            <pc:sldMk cId="2446670195" sldId="258"/>
            <ac:spMk id="17" creationId="{851808AB-2943-464C-A710-F2A18D869334}"/>
          </ac:spMkLst>
        </pc:spChg>
        <pc:spChg chg="add del">
          <ac:chgData name="Farzanpay, Navid" userId="7d28676e-d6b8-404c-a7cf-2a7bc865e74b" providerId="ADAL" clId="{6F022F61-8D3B-4CAE-A5F7-1F420939E49C}" dt="2026-04-25T18:05:54.592" v="1050" actId="26606"/>
          <ac:spMkLst>
            <pc:docMk/>
            <pc:sldMk cId="2446670195" sldId="258"/>
            <ac:spMk id="20" creationId="{4E17AA97-89A7-45C1-B813-BFF6C23D79E1}"/>
          </ac:spMkLst>
        </pc:spChg>
        <pc:spChg chg="add del">
          <ac:chgData name="Farzanpay, Navid" userId="7d28676e-d6b8-404c-a7cf-2a7bc865e74b" providerId="ADAL" clId="{6F022F61-8D3B-4CAE-A5F7-1F420939E49C}" dt="2026-04-25T18:05:54.592" v="1050" actId="26606"/>
          <ac:spMkLst>
            <pc:docMk/>
            <pc:sldMk cId="2446670195" sldId="258"/>
            <ac:spMk id="21" creationId="{33AC4FE1-D370-43A6-96C5-076716BB1E76}"/>
          </ac:spMkLst>
        </pc:spChg>
        <pc:spChg chg="add del">
          <ac:chgData name="Farzanpay, Navid" userId="7d28676e-d6b8-404c-a7cf-2a7bc865e74b" providerId="ADAL" clId="{6F022F61-8D3B-4CAE-A5F7-1F420939E49C}" dt="2026-04-25T18:05:54.592" v="1050" actId="26606"/>
          <ac:spMkLst>
            <pc:docMk/>
            <pc:sldMk cId="2446670195" sldId="258"/>
            <ac:spMk id="22" creationId="{4A3D569D-D3A6-49CA-A483-291E95DACA14}"/>
          </ac:spMkLst>
        </pc:spChg>
        <pc:spChg chg="add del">
          <ac:chgData name="Farzanpay, Navid" userId="7d28676e-d6b8-404c-a7cf-2a7bc865e74b" providerId="ADAL" clId="{6F022F61-8D3B-4CAE-A5F7-1F420939E49C}" dt="2026-04-25T18:05:59.015" v="1052" actId="26606"/>
          <ac:spMkLst>
            <pc:docMk/>
            <pc:sldMk cId="2446670195" sldId="258"/>
            <ac:spMk id="25" creationId="{4E17AA97-89A7-45C1-B813-BFF6C23D79E1}"/>
          </ac:spMkLst>
        </pc:spChg>
        <pc:spChg chg="add del">
          <ac:chgData name="Farzanpay, Navid" userId="7d28676e-d6b8-404c-a7cf-2a7bc865e74b" providerId="ADAL" clId="{6F022F61-8D3B-4CAE-A5F7-1F420939E49C}" dt="2026-04-25T18:05:59.015" v="1052" actId="26606"/>
          <ac:spMkLst>
            <pc:docMk/>
            <pc:sldMk cId="2446670195" sldId="258"/>
            <ac:spMk id="26" creationId="{A91E908F-EF1E-2FDB-BE4D-3F4C56B2F6B8}"/>
          </ac:spMkLst>
        </pc:spChg>
        <pc:spChg chg="add del">
          <ac:chgData name="Farzanpay, Navid" userId="7d28676e-d6b8-404c-a7cf-2a7bc865e74b" providerId="ADAL" clId="{6F022F61-8D3B-4CAE-A5F7-1F420939E49C}" dt="2026-04-25T18:05:59.015" v="1052" actId="26606"/>
          <ac:spMkLst>
            <pc:docMk/>
            <pc:sldMk cId="2446670195" sldId="258"/>
            <ac:spMk id="27" creationId="{F7A2980E-8F82-6B7D-A838-277407403589}"/>
          </ac:spMkLst>
        </pc:spChg>
        <pc:spChg chg="add">
          <ac:chgData name="Farzanpay, Navid" userId="7d28676e-d6b8-404c-a7cf-2a7bc865e74b" providerId="ADAL" clId="{6F022F61-8D3B-4CAE-A5F7-1F420939E49C}" dt="2026-04-25T18:05:59.028" v="1053" actId="26606"/>
          <ac:spMkLst>
            <pc:docMk/>
            <pc:sldMk cId="2446670195" sldId="258"/>
            <ac:spMk id="30" creationId="{817D949E-564D-4503-A64E-D22FA3232C29}"/>
          </ac:spMkLst>
        </pc:spChg>
        <pc:spChg chg="add">
          <ac:chgData name="Farzanpay, Navid" userId="7d28676e-d6b8-404c-a7cf-2a7bc865e74b" providerId="ADAL" clId="{6F022F61-8D3B-4CAE-A5F7-1F420939E49C}" dt="2026-04-25T18:05:59.028" v="1053" actId="26606"/>
          <ac:spMkLst>
            <pc:docMk/>
            <pc:sldMk cId="2446670195" sldId="258"/>
            <ac:spMk id="31" creationId="{92BE0106-0C20-465B-A1BE-0BAC2737B1AD}"/>
          </ac:spMkLst>
        </pc:spChg>
        <pc:spChg chg="add">
          <ac:chgData name="Farzanpay, Navid" userId="7d28676e-d6b8-404c-a7cf-2a7bc865e74b" providerId="ADAL" clId="{6F022F61-8D3B-4CAE-A5F7-1F420939E49C}" dt="2026-04-25T18:05:59.028" v="1053" actId="26606"/>
          <ac:spMkLst>
            <pc:docMk/>
            <pc:sldMk cId="2446670195" sldId="258"/>
            <ac:spMk id="32" creationId="{851808AB-2943-464C-A710-F2A18D869334}"/>
          </ac:spMkLst>
        </pc:spChg>
        <pc:graphicFrameChg chg="add del">
          <ac:chgData name="Farzanpay, Navid" userId="7d28676e-d6b8-404c-a7cf-2a7bc865e74b" providerId="ADAL" clId="{6F022F61-8D3B-4CAE-A5F7-1F420939E49C}" dt="2026-04-25T18:05:45.659" v="1046" actId="26606"/>
          <ac:graphicFrameMkLst>
            <pc:docMk/>
            <pc:sldMk cId="2446670195" sldId="258"/>
            <ac:graphicFrameMk id="5" creationId="{64893E78-DFA0-00C2-915B-3076E604FEAD}"/>
          </ac:graphicFrameMkLst>
        </pc:graphicFrameChg>
        <pc:graphicFrameChg chg="add del">
          <ac:chgData name="Farzanpay, Navid" userId="7d28676e-d6b8-404c-a7cf-2a7bc865e74b" providerId="ADAL" clId="{6F022F61-8D3B-4CAE-A5F7-1F420939E49C}" dt="2026-04-25T18:05:52.605" v="1048" actId="26606"/>
          <ac:graphicFrameMkLst>
            <pc:docMk/>
            <pc:sldMk cId="2446670195" sldId="258"/>
            <ac:graphicFrameMk id="18" creationId="{7FB24111-047A-152E-C160-26A449221EEA}"/>
          </ac:graphicFrameMkLst>
        </pc:graphicFrameChg>
        <pc:graphicFrameChg chg="add del">
          <ac:chgData name="Farzanpay, Navid" userId="7d28676e-d6b8-404c-a7cf-2a7bc865e74b" providerId="ADAL" clId="{6F022F61-8D3B-4CAE-A5F7-1F420939E49C}" dt="2026-04-25T18:05:54.592" v="1050" actId="26606"/>
          <ac:graphicFrameMkLst>
            <pc:docMk/>
            <pc:sldMk cId="2446670195" sldId="258"/>
            <ac:graphicFrameMk id="23" creationId="{89574DF8-F58D-71E3-D802-647607038695}"/>
          </ac:graphicFrameMkLst>
        </pc:graphicFrameChg>
        <pc:graphicFrameChg chg="add del">
          <ac:chgData name="Farzanpay, Navid" userId="7d28676e-d6b8-404c-a7cf-2a7bc865e74b" providerId="ADAL" clId="{6F022F61-8D3B-4CAE-A5F7-1F420939E49C}" dt="2026-04-25T18:05:59.015" v="1052" actId="26606"/>
          <ac:graphicFrameMkLst>
            <pc:docMk/>
            <pc:sldMk cId="2446670195" sldId="258"/>
            <ac:graphicFrameMk id="28" creationId="{64893E78-DFA0-00C2-915B-3076E604FEAD}"/>
          </ac:graphicFrameMkLst>
        </pc:graphicFrameChg>
        <pc:graphicFrameChg chg="add">
          <ac:chgData name="Farzanpay, Navid" userId="7d28676e-d6b8-404c-a7cf-2a7bc865e74b" providerId="ADAL" clId="{6F022F61-8D3B-4CAE-A5F7-1F420939E49C}" dt="2026-04-25T18:05:59.028" v="1053" actId="26606"/>
          <ac:graphicFrameMkLst>
            <pc:docMk/>
            <pc:sldMk cId="2446670195" sldId="258"/>
            <ac:graphicFrameMk id="33" creationId="{7FB24111-047A-152E-C160-26A449221EEA}"/>
          </ac:graphicFrameMkLst>
        </pc:graphicFrameChg>
        <pc:picChg chg="add del mod">
          <ac:chgData name="Farzanpay, Navid" userId="7d28676e-d6b8-404c-a7cf-2a7bc865e74b" providerId="ADAL" clId="{6F022F61-8D3B-4CAE-A5F7-1F420939E49C}" dt="2026-04-25T18:17:24.513" v="1705" actId="478"/>
          <ac:picMkLst>
            <pc:docMk/>
            <pc:sldMk cId="2446670195" sldId="258"/>
            <ac:picMk id="6" creationId="{B209C024-1A16-33E0-17E2-F6C30ABD1CA9}"/>
          </ac:picMkLst>
        </pc:picChg>
        <pc:picChg chg="add mod">
          <ac:chgData name="Farzanpay, Navid" userId="7d28676e-d6b8-404c-a7cf-2a7bc865e74b" providerId="ADAL" clId="{6F022F61-8D3B-4CAE-A5F7-1F420939E49C}" dt="2026-04-25T18:17:55.962" v="1713" actId="1076"/>
          <ac:picMkLst>
            <pc:docMk/>
            <pc:sldMk cId="2446670195" sldId="258"/>
            <ac:picMk id="8" creationId="{2F864569-E3F1-EF46-2198-89F754DED034}"/>
          </ac:picMkLst>
        </pc:picChg>
      </pc:sldChg>
      <pc:sldChg chg="modSp new del mod">
        <pc:chgData name="Farzanpay, Navid" userId="7d28676e-d6b8-404c-a7cf-2a7bc865e74b" providerId="ADAL" clId="{6F022F61-8D3B-4CAE-A5F7-1F420939E49C}" dt="2026-04-25T18:06:57.734" v="1069" actId="47"/>
        <pc:sldMkLst>
          <pc:docMk/>
          <pc:sldMk cId="804101247" sldId="259"/>
        </pc:sldMkLst>
        <pc:spChg chg="mod">
          <ac:chgData name="Farzanpay, Navid" userId="7d28676e-d6b8-404c-a7cf-2a7bc865e74b" providerId="ADAL" clId="{6F022F61-8D3B-4CAE-A5F7-1F420939E49C}" dt="2026-04-25T18:06:33.993" v="1065" actId="20577"/>
          <ac:spMkLst>
            <pc:docMk/>
            <pc:sldMk cId="804101247" sldId="259"/>
            <ac:spMk id="2" creationId="{4755B399-9C06-6FFE-D75B-393AFBA1D2B4}"/>
          </ac:spMkLst>
        </pc:spChg>
        <pc:spChg chg="mod">
          <ac:chgData name="Farzanpay, Navid" userId="7d28676e-d6b8-404c-a7cf-2a7bc865e74b" providerId="ADAL" clId="{6F022F61-8D3B-4CAE-A5F7-1F420939E49C}" dt="2026-04-25T18:06:43.781" v="1067" actId="20577"/>
          <ac:spMkLst>
            <pc:docMk/>
            <pc:sldMk cId="804101247" sldId="259"/>
            <ac:spMk id="6" creationId="{C502E885-9261-D1E8-43BC-DDBDF48213B8}"/>
          </ac:spMkLst>
        </pc:spChg>
      </pc:sldChg>
      <pc:sldChg chg="addSp delSp modSp new del mod">
        <pc:chgData name="Farzanpay, Navid" userId="7d28676e-d6b8-404c-a7cf-2a7bc865e74b" providerId="ADAL" clId="{6F022F61-8D3B-4CAE-A5F7-1F420939E49C}" dt="2026-04-25T18:03:30.084" v="633" actId="47"/>
        <pc:sldMkLst>
          <pc:docMk/>
          <pc:sldMk cId="2674342838" sldId="259"/>
        </pc:sldMkLst>
        <pc:spChg chg="mod">
          <ac:chgData name="Farzanpay, Navid" userId="7d28676e-d6b8-404c-a7cf-2a7bc865e74b" providerId="ADAL" clId="{6F022F61-8D3B-4CAE-A5F7-1F420939E49C}" dt="2026-04-25T18:00:49.503" v="608"/>
          <ac:spMkLst>
            <pc:docMk/>
            <pc:sldMk cId="2674342838" sldId="259"/>
            <ac:spMk id="2" creationId="{388BF065-9FAA-A722-5E53-887EC514E72D}"/>
          </ac:spMkLst>
        </pc:spChg>
        <pc:spChg chg="del mod">
          <ac:chgData name="Farzanpay, Navid" userId="7d28676e-d6b8-404c-a7cf-2a7bc865e74b" providerId="ADAL" clId="{6F022F61-8D3B-4CAE-A5F7-1F420939E49C}" dt="2026-04-25T18:01:08.614" v="611" actId="26606"/>
          <ac:spMkLst>
            <pc:docMk/>
            <pc:sldMk cId="2674342838" sldId="259"/>
            <ac:spMk id="3" creationId="{3032E760-CDC0-13CD-D271-23F04C6864E4}"/>
          </ac:spMkLst>
        </pc:spChg>
        <pc:spChg chg="del mod">
          <ac:chgData name="Farzanpay, Navid" userId="7d28676e-d6b8-404c-a7cf-2a7bc865e74b" providerId="ADAL" clId="{6F022F61-8D3B-4CAE-A5F7-1F420939E49C}" dt="2026-04-25T18:01:18.587" v="613" actId="478"/>
          <ac:spMkLst>
            <pc:docMk/>
            <pc:sldMk cId="2674342838" sldId="259"/>
            <ac:spMk id="4" creationId="{61044E36-F6BC-3C23-C38D-1D76DB6311BE}"/>
          </ac:spMkLst>
        </pc:spChg>
        <pc:graphicFrameChg chg="add mod">
          <ac:chgData name="Farzanpay, Navid" userId="7d28676e-d6b8-404c-a7cf-2a7bc865e74b" providerId="ADAL" clId="{6F022F61-8D3B-4CAE-A5F7-1F420939E49C}" dt="2026-04-25T18:02:14.221" v="626"/>
          <ac:graphicFrameMkLst>
            <pc:docMk/>
            <pc:sldMk cId="2674342838" sldId="259"/>
            <ac:graphicFrameMk id="6" creationId="{7CBAD73D-08D7-73C8-75FA-39B1EE8FAB8B}"/>
          </ac:graphicFrameMkLst>
        </pc:graphicFrameChg>
      </pc:sldChg>
      <pc:sldChg chg="addSp delSp modSp new mod">
        <pc:chgData name="Farzanpay, Navid" userId="7d28676e-d6b8-404c-a7cf-2a7bc865e74b" providerId="ADAL" clId="{6F022F61-8D3B-4CAE-A5F7-1F420939E49C}" dt="2026-04-25T18:27:25.575" v="1784" actId="732"/>
        <pc:sldMkLst>
          <pc:docMk/>
          <pc:sldMk cId="2126870863" sldId="260"/>
        </pc:sldMkLst>
        <pc:spChg chg="mod">
          <ac:chgData name="Farzanpay, Navid" userId="7d28676e-d6b8-404c-a7cf-2a7bc865e74b" providerId="ADAL" clId="{6F022F61-8D3B-4CAE-A5F7-1F420939E49C}" dt="2026-04-25T18:26:22.694" v="1776" actId="207"/>
          <ac:spMkLst>
            <pc:docMk/>
            <pc:sldMk cId="2126870863" sldId="260"/>
            <ac:spMk id="2" creationId="{761110F7-3643-258B-8D4B-F0E1D44BE911}"/>
          </ac:spMkLst>
        </pc:spChg>
        <pc:spChg chg="del mod">
          <ac:chgData name="Farzanpay, Navid" userId="7d28676e-d6b8-404c-a7cf-2a7bc865e74b" providerId="ADAL" clId="{6F022F61-8D3B-4CAE-A5F7-1F420939E49C}" dt="2026-04-25T18:10:18.396" v="1463" actId="26606"/>
          <ac:spMkLst>
            <pc:docMk/>
            <pc:sldMk cId="2126870863" sldId="260"/>
            <ac:spMk id="3" creationId="{BDDDF605-8C43-0FE9-BC3E-58C08FA22D42}"/>
          </ac:spMkLst>
        </pc:spChg>
        <pc:spChg chg="mod">
          <ac:chgData name="Farzanpay, Navid" userId="7d28676e-d6b8-404c-a7cf-2a7bc865e74b" providerId="ADAL" clId="{6F022F61-8D3B-4CAE-A5F7-1F420939E49C}" dt="2026-04-25T18:26:13.537" v="1774" actId="207"/>
          <ac:spMkLst>
            <pc:docMk/>
            <pc:sldMk cId="2126870863" sldId="260"/>
            <ac:spMk id="4" creationId="{23E5A27D-3AE7-1607-BC57-77F8DB6F7D39}"/>
          </ac:spMkLst>
        </pc:spChg>
        <pc:graphicFrameChg chg="add mod">
          <ac:chgData name="Farzanpay, Navid" userId="7d28676e-d6b8-404c-a7cf-2a7bc865e74b" providerId="ADAL" clId="{6F022F61-8D3B-4CAE-A5F7-1F420939E49C}" dt="2026-04-25T18:12:12.028" v="1467"/>
          <ac:graphicFrameMkLst>
            <pc:docMk/>
            <pc:sldMk cId="2126870863" sldId="260"/>
            <ac:graphicFrameMk id="6" creationId="{72D359EC-17FB-1C76-33AD-97B3D49C79FB}"/>
          </ac:graphicFrameMkLst>
        </pc:graphicFrameChg>
        <pc:picChg chg="add del mod ord modCrop">
          <ac:chgData name="Farzanpay, Navid" userId="7d28676e-d6b8-404c-a7cf-2a7bc865e74b" providerId="ADAL" clId="{6F022F61-8D3B-4CAE-A5F7-1F420939E49C}" dt="2026-04-25T18:23:34.214" v="1748" actId="478"/>
          <ac:picMkLst>
            <pc:docMk/>
            <pc:sldMk cId="2126870863" sldId="260"/>
            <ac:picMk id="7" creationId="{3A2655B8-00A6-2449-225E-13B18004924C}"/>
          </ac:picMkLst>
        </pc:picChg>
        <pc:picChg chg="add del mod ord">
          <ac:chgData name="Farzanpay, Navid" userId="7d28676e-d6b8-404c-a7cf-2a7bc865e74b" providerId="ADAL" clId="{6F022F61-8D3B-4CAE-A5F7-1F420939E49C}" dt="2026-04-25T18:25:25.790" v="1762" actId="478"/>
          <ac:picMkLst>
            <pc:docMk/>
            <pc:sldMk cId="2126870863" sldId="260"/>
            <ac:picMk id="9" creationId="{3686F49B-B0F3-3310-FE50-1E10E7B17BAA}"/>
          </ac:picMkLst>
        </pc:picChg>
        <pc:picChg chg="add del mod ord modCrop">
          <ac:chgData name="Farzanpay, Navid" userId="7d28676e-d6b8-404c-a7cf-2a7bc865e74b" providerId="ADAL" clId="{6F022F61-8D3B-4CAE-A5F7-1F420939E49C}" dt="2026-04-25T18:26:24.201" v="1778" actId="478"/>
          <ac:picMkLst>
            <pc:docMk/>
            <pc:sldMk cId="2126870863" sldId="260"/>
            <ac:picMk id="11" creationId="{0F754792-F588-563D-43E0-EBA8EC15C038}"/>
          </ac:picMkLst>
        </pc:picChg>
        <pc:picChg chg="add mod ord modCrop">
          <ac:chgData name="Farzanpay, Navid" userId="7d28676e-d6b8-404c-a7cf-2a7bc865e74b" providerId="ADAL" clId="{6F022F61-8D3B-4CAE-A5F7-1F420939E49C}" dt="2026-04-25T18:27:25.575" v="1784" actId="732"/>
          <ac:picMkLst>
            <pc:docMk/>
            <pc:sldMk cId="2126870863" sldId="260"/>
            <ac:picMk id="13" creationId="{EB1EE3FF-DB57-68E6-0FED-101607477638}"/>
          </ac:picMkLst>
        </pc:picChg>
      </pc:sldChg>
      <pc:sldChg chg="delSp modSp new del mod">
        <pc:chgData name="Farzanpay, Navid" userId="7d28676e-d6b8-404c-a7cf-2a7bc865e74b" providerId="ADAL" clId="{6F022F61-8D3B-4CAE-A5F7-1F420939E49C}" dt="2026-04-25T18:10:23.522" v="1464" actId="47"/>
        <pc:sldMkLst>
          <pc:docMk/>
          <pc:sldMk cId="3462283190" sldId="261"/>
        </pc:sldMkLst>
        <pc:spChg chg="mod">
          <ac:chgData name="Farzanpay, Navid" userId="7d28676e-d6b8-404c-a7cf-2a7bc865e74b" providerId="ADAL" clId="{6F022F61-8D3B-4CAE-A5F7-1F420939E49C}" dt="2026-04-25T18:09:34.790" v="1434"/>
          <ac:spMkLst>
            <pc:docMk/>
            <pc:sldMk cId="3462283190" sldId="261"/>
            <ac:spMk id="2" creationId="{54C1ECDF-0DDA-AE57-AE99-ABA53D803158}"/>
          </ac:spMkLst>
        </pc:spChg>
        <pc:spChg chg="del mod">
          <ac:chgData name="Farzanpay, Navid" userId="7d28676e-d6b8-404c-a7cf-2a7bc865e74b" providerId="ADAL" clId="{6F022F61-8D3B-4CAE-A5F7-1F420939E49C}" dt="2026-04-25T18:09:46.661" v="1436" actId="478"/>
          <ac:spMkLst>
            <pc:docMk/>
            <pc:sldMk cId="3462283190" sldId="261"/>
            <ac:spMk id="3" creationId="{86B75CA2-F661-05EF-126F-CC2B25D1BBF9}"/>
          </ac:spMkLst>
        </pc:spChg>
        <pc:spChg chg="mod">
          <ac:chgData name="Farzanpay, Navid" userId="7d28676e-d6b8-404c-a7cf-2a7bc865e74b" providerId="ADAL" clId="{6F022F61-8D3B-4CAE-A5F7-1F420939E49C}" dt="2026-04-25T18:09:49.958" v="1438"/>
          <ac:spMkLst>
            <pc:docMk/>
            <pc:sldMk cId="3462283190" sldId="261"/>
            <ac:spMk id="4" creationId="{B66FC8E5-3967-4E95-356C-BB3A2230DC81}"/>
          </ac:spMkLst>
        </pc:spChg>
        <pc:spChg chg="mod">
          <ac:chgData name="Farzanpay, Navid" userId="7d28676e-d6b8-404c-a7cf-2a7bc865e74b" providerId="ADAL" clId="{6F022F61-8D3B-4CAE-A5F7-1F420939E49C}" dt="2026-04-25T18:09:59.374" v="1460" actId="20577"/>
          <ac:spMkLst>
            <pc:docMk/>
            <pc:sldMk cId="3462283190" sldId="261"/>
            <ac:spMk id="5" creationId="{0E6652DE-D9DF-280E-90EB-96D2BD396FAE}"/>
          </ac:spMkLst>
        </pc:spChg>
        <pc:spChg chg="mod">
          <ac:chgData name="Farzanpay, Navid" userId="7d28676e-d6b8-404c-a7cf-2a7bc865e74b" providerId="ADAL" clId="{6F022F61-8D3B-4CAE-A5F7-1F420939E49C}" dt="2026-04-25T18:10:04.798" v="1462" actId="20577"/>
          <ac:spMkLst>
            <pc:docMk/>
            <pc:sldMk cId="3462283190" sldId="261"/>
            <ac:spMk id="6" creationId="{F23C84C7-FCA4-7CF1-B6C1-B04D64FF54B0}"/>
          </ac:spMkLst>
        </pc:spChg>
      </pc:sldChg>
      <pc:sldMasterChg chg="del delSldLayout">
        <pc:chgData name="Farzanpay, Navid" userId="7d28676e-d6b8-404c-a7cf-2a7bc865e74b" providerId="ADAL" clId="{6F022F61-8D3B-4CAE-A5F7-1F420939E49C}" dt="2026-04-25T17:57:10.590" v="118" actId="26606"/>
        <pc:sldMasterMkLst>
          <pc:docMk/>
          <pc:sldMasterMk cId="547883730" sldId="2147483648"/>
        </pc:sldMasterMkLst>
        <pc:sldLayoutChg chg="del">
          <pc:chgData name="Farzanpay, Navid" userId="7d28676e-d6b8-404c-a7cf-2a7bc865e74b" providerId="ADAL" clId="{6F022F61-8D3B-4CAE-A5F7-1F420939E49C}" dt="2026-04-25T17:57:10.590" v="118" actId="26606"/>
          <pc:sldLayoutMkLst>
            <pc:docMk/>
            <pc:sldMasterMk cId="547883730" sldId="2147483648"/>
            <pc:sldLayoutMk cId="3889184827" sldId="2147483649"/>
          </pc:sldLayoutMkLst>
        </pc:sldLayoutChg>
        <pc:sldLayoutChg chg="del">
          <pc:chgData name="Farzanpay, Navid" userId="7d28676e-d6b8-404c-a7cf-2a7bc865e74b" providerId="ADAL" clId="{6F022F61-8D3B-4CAE-A5F7-1F420939E49C}" dt="2026-04-25T17:57:10.590" v="118" actId="26606"/>
          <pc:sldLayoutMkLst>
            <pc:docMk/>
            <pc:sldMasterMk cId="547883730" sldId="2147483648"/>
            <pc:sldLayoutMk cId="285405213" sldId="2147483650"/>
          </pc:sldLayoutMkLst>
        </pc:sldLayoutChg>
        <pc:sldLayoutChg chg="del">
          <pc:chgData name="Farzanpay, Navid" userId="7d28676e-d6b8-404c-a7cf-2a7bc865e74b" providerId="ADAL" clId="{6F022F61-8D3B-4CAE-A5F7-1F420939E49C}" dt="2026-04-25T17:57:10.590" v="118" actId="26606"/>
          <pc:sldLayoutMkLst>
            <pc:docMk/>
            <pc:sldMasterMk cId="547883730" sldId="2147483648"/>
            <pc:sldLayoutMk cId="4172362651" sldId="2147483651"/>
          </pc:sldLayoutMkLst>
        </pc:sldLayoutChg>
        <pc:sldLayoutChg chg="del">
          <pc:chgData name="Farzanpay, Navid" userId="7d28676e-d6b8-404c-a7cf-2a7bc865e74b" providerId="ADAL" clId="{6F022F61-8D3B-4CAE-A5F7-1F420939E49C}" dt="2026-04-25T17:57:10.590" v="118" actId="26606"/>
          <pc:sldLayoutMkLst>
            <pc:docMk/>
            <pc:sldMasterMk cId="547883730" sldId="2147483648"/>
            <pc:sldLayoutMk cId="1689276395" sldId="2147483652"/>
          </pc:sldLayoutMkLst>
        </pc:sldLayoutChg>
        <pc:sldLayoutChg chg="del">
          <pc:chgData name="Farzanpay, Navid" userId="7d28676e-d6b8-404c-a7cf-2a7bc865e74b" providerId="ADAL" clId="{6F022F61-8D3B-4CAE-A5F7-1F420939E49C}" dt="2026-04-25T17:57:10.590" v="118" actId="26606"/>
          <pc:sldLayoutMkLst>
            <pc:docMk/>
            <pc:sldMasterMk cId="547883730" sldId="2147483648"/>
            <pc:sldLayoutMk cId="2418930069" sldId="2147483653"/>
          </pc:sldLayoutMkLst>
        </pc:sldLayoutChg>
        <pc:sldLayoutChg chg="del">
          <pc:chgData name="Farzanpay, Navid" userId="7d28676e-d6b8-404c-a7cf-2a7bc865e74b" providerId="ADAL" clId="{6F022F61-8D3B-4CAE-A5F7-1F420939E49C}" dt="2026-04-25T17:57:10.590" v="118" actId="26606"/>
          <pc:sldLayoutMkLst>
            <pc:docMk/>
            <pc:sldMasterMk cId="547883730" sldId="2147483648"/>
            <pc:sldLayoutMk cId="3901287294" sldId="2147483654"/>
          </pc:sldLayoutMkLst>
        </pc:sldLayoutChg>
        <pc:sldLayoutChg chg="del">
          <pc:chgData name="Farzanpay, Navid" userId="7d28676e-d6b8-404c-a7cf-2a7bc865e74b" providerId="ADAL" clId="{6F022F61-8D3B-4CAE-A5F7-1F420939E49C}" dt="2026-04-25T17:57:10.590" v="118" actId="26606"/>
          <pc:sldLayoutMkLst>
            <pc:docMk/>
            <pc:sldMasterMk cId="547883730" sldId="2147483648"/>
            <pc:sldLayoutMk cId="443839106" sldId="2147483655"/>
          </pc:sldLayoutMkLst>
        </pc:sldLayoutChg>
        <pc:sldLayoutChg chg="del">
          <pc:chgData name="Farzanpay, Navid" userId="7d28676e-d6b8-404c-a7cf-2a7bc865e74b" providerId="ADAL" clId="{6F022F61-8D3B-4CAE-A5F7-1F420939E49C}" dt="2026-04-25T17:57:10.590" v="118" actId="26606"/>
          <pc:sldLayoutMkLst>
            <pc:docMk/>
            <pc:sldMasterMk cId="547883730" sldId="2147483648"/>
            <pc:sldLayoutMk cId="1048577486" sldId="2147483656"/>
          </pc:sldLayoutMkLst>
        </pc:sldLayoutChg>
        <pc:sldLayoutChg chg="del">
          <pc:chgData name="Farzanpay, Navid" userId="7d28676e-d6b8-404c-a7cf-2a7bc865e74b" providerId="ADAL" clId="{6F022F61-8D3B-4CAE-A5F7-1F420939E49C}" dt="2026-04-25T17:57:10.590" v="118" actId="26606"/>
          <pc:sldLayoutMkLst>
            <pc:docMk/>
            <pc:sldMasterMk cId="547883730" sldId="2147483648"/>
            <pc:sldLayoutMk cId="4290540783" sldId="2147483657"/>
          </pc:sldLayoutMkLst>
        </pc:sldLayoutChg>
        <pc:sldLayoutChg chg="del">
          <pc:chgData name="Farzanpay, Navid" userId="7d28676e-d6b8-404c-a7cf-2a7bc865e74b" providerId="ADAL" clId="{6F022F61-8D3B-4CAE-A5F7-1F420939E49C}" dt="2026-04-25T17:57:10.590" v="118" actId="26606"/>
          <pc:sldLayoutMkLst>
            <pc:docMk/>
            <pc:sldMasterMk cId="547883730" sldId="2147483648"/>
            <pc:sldLayoutMk cId="292426166" sldId="2147483658"/>
          </pc:sldLayoutMkLst>
        </pc:sldLayoutChg>
        <pc:sldLayoutChg chg="del">
          <pc:chgData name="Farzanpay, Navid" userId="7d28676e-d6b8-404c-a7cf-2a7bc865e74b" providerId="ADAL" clId="{6F022F61-8D3B-4CAE-A5F7-1F420939E49C}" dt="2026-04-25T17:57:10.590" v="118" actId="26606"/>
          <pc:sldLayoutMkLst>
            <pc:docMk/>
            <pc:sldMasterMk cId="547883730" sldId="2147483648"/>
            <pc:sldLayoutMk cId="4217322851" sldId="2147483659"/>
          </pc:sldLayoutMkLst>
        </pc:sldLayoutChg>
      </pc:sldMasterChg>
      <pc:sldMasterChg chg="add addSldLayout">
        <pc:chgData name="Farzanpay, Navid" userId="7d28676e-d6b8-404c-a7cf-2a7bc865e74b" providerId="ADAL" clId="{6F022F61-8D3B-4CAE-A5F7-1F420939E49C}" dt="2026-04-25T17:57:10.590" v="118" actId="26606"/>
        <pc:sldMasterMkLst>
          <pc:docMk/>
          <pc:sldMasterMk cId="571935081" sldId="2147483686"/>
        </pc:sldMasterMkLst>
        <pc:sldLayoutChg chg="add">
          <pc:chgData name="Farzanpay, Navid" userId="7d28676e-d6b8-404c-a7cf-2a7bc865e74b" providerId="ADAL" clId="{6F022F61-8D3B-4CAE-A5F7-1F420939E49C}" dt="2026-04-25T17:57:10.590" v="118" actId="26606"/>
          <pc:sldLayoutMkLst>
            <pc:docMk/>
            <pc:sldMasterMk cId="571935081" sldId="2147483686"/>
            <pc:sldLayoutMk cId="1237568408" sldId="2147483675"/>
          </pc:sldLayoutMkLst>
        </pc:sldLayoutChg>
        <pc:sldLayoutChg chg="add">
          <pc:chgData name="Farzanpay, Navid" userId="7d28676e-d6b8-404c-a7cf-2a7bc865e74b" providerId="ADAL" clId="{6F022F61-8D3B-4CAE-A5F7-1F420939E49C}" dt="2026-04-25T17:57:10.590" v="118" actId="26606"/>
          <pc:sldLayoutMkLst>
            <pc:docMk/>
            <pc:sldMasterMk cId="571935081" sldId="2147483686"/>
            <pc:sldLayoutMk cId="2587792020" sldId="2147483676"/>
          </pc:sldLayoutMkLst>
        </pc:sldLayoutChg>
        <pc:sldLayoutChg chg="add">
          <pc:chgData name="Farzanpay, Navid" userId="7d28676e-d6b8-404c-a7cf-2a7bc865e74b" providerId="ADAL" clId="{6F022F61-8D3B-4CAE-A5F7-1F420939E49C}" dt="2026-04-25T17:57:10.590" v="118" actId="26606"/>
          <pc:sldLayoutMkLst>
            <pc:docMk/>
            <pc:sldMasterMk cId="571935081" sldId="2147483686"/>
            <pc:sldLayoutMk cId="3870163574" sldId="2147483677"/>
          </pc:sldLayoutMkLst>
        </pc:sldLayoutChg>
        <pc:sldLayoutChg chg="add">
          <pc:chgData name="Farzanpay, Navid" userId="7d28676e-d6b8-404c-a7cf-2a7bc865e74b" providerId="ADAL" clId="{6F022F61-8D3B-4CAE-A5F7-1F420939E49C}" dt="2026-04-25T17:57:10.590" v="118" actId="26606"/>
          <pc:sldLayoutMkLst>
            <pc:docMk/>
            <pc:sldMasterMk cId="571935081" sldId="2147483686"/>
            <pc:sldLayoutMk cId="1363527369" sldId="2147483678"/>
          </pc:sldLayoutMkLst>
        </pc:sldLayoutChg>
        <pc:sldLayoutChg chg="add">
          <pc:chgData name="Farzanpay, Navid" userId="7d28676e-d6b8-404c-a7cf-2a7bc865e74b" providerId="ADAL" clId="{6F022F61-8D3B-4CAE-A5F7-1F420939E49C}" dt="2026-04-25T17:57:10.590" v="118" actId="26606"/>
          <pc:sldLayoutMkLst>
            <pc:docMk/>
            <pc:sldMasterMk cId="571935081" sldId="2147483686"/>
            <pc:sldLayoutMk cId="284384977" sldId="2147483679"/>
          </pc:sldLayoutMkLst>
        </pc:sldLayoutChg>
        <pc:sldLayoutChg chg="add">
          <pc:chgData name="Farzanpay, Navid" userId="7d28676e-d6b8-404c-a7cf-2a7bc865e74b" providerId="ADAL" clId="{6F022F61-8D3B-4CAE-A5F7-1F420939E49C}" dt="2026-04-25T17:57:10.590" v="118" actId="26606"/>
          <pc:sldLayoutMkLst>
            <pc:docMk/>
            <pc:sldMasterMk cId="571935081" sldId="2147483686"/>
            <pc:sldLayoutMk cId="1138695783" sldId="2147483680"/>
          </pc:sldLayoutMkLst>
        </pc:sldLayoutChg>
        <pc:sldLayoutChg chg="add">
          <pc:chgData name="Farzanpay, Navid" userId="7d28676e-d6b8-404c-a7cf-2a7bc865e74b" providerId="ADAL" clId="{6F022F61-8D3B-4CAE-A5F7-1F420939E49C}" dt="2026-04-25T17:57:10.590" v="118" actId="26606"/>
          <pc:sldLayoutMkLst>
            <pc:docMk/>
            <pc:sldMasterMk cId="571935081" sldId="2147483686"/>
            <pc:sldLayoutMk cId="407639925" sldId="2147483681"/>
          </pc:sldLayoutMkLst>
        </pc:sldLayoutChg>
        <pc:sldLayoutChg chg="add">
          <pc:chgData name="Farzanpay, Navid" userId="7d28676e-d6b8-404c-a7cf-2a7bc865e74b" providerId="ADAL" clId="{6F022F61-8D3B-4CAE-A5F7-1F420939E49C}" dt="2026-04-25T17:57:10.590" v="118" actId="26606"/>
          <pc:sldLayoutMkLst>
            <pc:docMk/>
            <pc:sldMasterMk cId="571935081" sldId="2147483686"/>
            <pc:sldLayoutMk cId="2449598600" sldId="2147483682"/>
          </pc:sldLayoutMkLst>
        </pc:sldLayoutChg>
        <pc:sldLayoutChg chg="add">
          <pc:chgData name="Farzanpay, Navid" userId="7d28676e-d6b8-404c-a7cf-2a7bc865e74b" providerId="ADAL" clId="{6F022F61-8D3B-4CAE-A5F7-1F420939E49C}" dt="2026-04-25T17:57:10.590" v="118" actId="26606"/>
          <pc:sldLayoutMkLst>
            <pc:docMk/>
            <pc:sldMasterMk cId="571935081" sldId="2147483686"/>
            <pc:sldLayoutMk cId="713384327" sldId="2147483683"/>
          </pc:sldLayoutMkLst>
        </pc:sldLayoutChg>
        <pc:sldLayoutChg chg="add">
          <pc:chgData name="Farzanpay, Navid" userId="7d28676e-d6b8-404c-a7cf-2a7bc865e74b" providerId="ADAL" clId="{6F022F61-8D3B-4CAE-A5F7-1F420939E49C}" dt="2026-04-25T17:57:10.590" v="118" actId="26606"/>
          <pc:sldLayoutMkLst>
            <pc:docMk/>
            <pc:sldMasterMk cId="571935081" sldId="2147483686"/>
            <pc:sldLayoutMk cId="3136965436" sldId="2147483684"/>
          </pc:sldLayoutMkLst>
        </pc:sldLayoutChg>
        <pc:sldLayoutChg chg="add">
          <pc:chgData name="Farzanpay, Navid" userId="7d28676e-d6b8-404c-a7cf-2a7bc865e74b" providerId="ADAL" clId="{6F022F61-8D3B-4CAE-A5F7-1F420939E49C}" dt="2026-04-25T17:57:10.590" v="118" actId="26606"/>
          <pc:sldLayoutMkLst>
            <pc:docMk/>
            <pc:sldMasterMk cId="571935081" sldId="2147483686"/>
            <pc:sldLayoutMk cId="4055955386" sldId="2147483685"/>
          </pc:sldLayoutMkLst>
        </pc:sldLayoutChg>
      </pc:sldMasterChg>
    </pc:docChg>
  </pc:docChgLst>
</pc:chgInfo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D9CFBCA-3442-4ACE-86E6-05FAE1316F64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C3E58D4-CC41-429B-8AA0-C3BD5055BEA8}">
      <dgm:prSet/>
      <dgm:spPr/>
      <dgm:t>
        <a:bodyPr/>
        <a:lstStyle/>
        <a:p>
          <a:r>
            <a:rPr lang="en-US"/>
            <a:t>Airlines need to identify profitable new routes for expansion</a:t>
          </a:r>
        </a:p>
      </dgm:t>
    </dgm:pt>
    <dgm:pt modelId="{4A56FF49-0A00-4F58-A16A-95A01258ADD5}" type="parTrans" cxnId="{D8F9066D-7C38-405F-B608-A8A8DBAF6F6C}">
      <dgm:prSet/>
      <dgm:spPr/>
      <dgm:t>
        <a:bodyPr/>
        <a:lstStyle/>
        <a:p>
          <a:endParaRPr lang="en-US"/>
        </a:p>
      </dgm:t>
    </dgm:pt>
    <dgm:pt modelId="{B8FFC7F4-568D-4CE8-AE43-D94CE2CF7F32}" type="sibTrans" cxnId="{D8F9066D-7C38-405F-B608-A8A8DBAF6F6C}">
      <dgm:prSet/>
      <dgm:spPr/>
      <dgm:t>
        <a:bodyPr/>
        <a:lstStyle/>
        <a:p>
          <a:endParaRPr lang="en-US"/>
        </a:p>
      </dgm:t>
    </dgm:pt>
    <dgm:pt modelId="{F48F42A1-8A2E-46F0-847F-CEBCF3C5B1B1}">
      <dgm:prSet/>
      <dgm:spPr/>
      <dgm:t>
        <a:bodyPr/>
        <a:lstStyle/>
        <a:p>
          <a:r>
            <a:rPr lang="en-US"/>
            <a:t>Many markets may be overpriced or underserved</a:t>
          </a:r>
        </a:p>
      </dgm:t>
    </dgm:pt>
    <dgm:pt modelId="{3AA695CE-B1D7-4983-8E4D-74B34BF48E9A}" type="parTrans" cxnId="{0B935A3C-E040-4AA1-8376-7D82BC2DC85C}">
      <dgm:prSet/>
      <dgm:spPr/>
      <dgm:t>
        <a:bodyPr/>
        <a:lstStyle/>
        <a:p>
          <a:endParaRPr lang="en-US"/>
        </a:p>
      </dgm:t>
    </dgm:pt>
    <dgm:pt modelId="{67017E6B-D3E7-42E7-966E-F247335C53B1}" type="sibTrans" cxnId="{0B935A3C-E040-4AA1-8376-7D82BC2DC85C}">
      <dgm:prSet/>
      <dgm:spPr/>
      <dgm:t>
        <a:bodyPr/>
        <a:lstStyle/>
        <a:p>
          <a:endParaRPr lang="en-US"/>
        </a:p>
      </dgm:t>
    </dgm:pt>
    <dgm:pt modelId="{F5B95286-CF25-495E-A777-DF4348DD4166}">
      <dgm:prSet/>
      <dgm:spPr/>
      <dgm:t>
        <a:bodyPr/>
        <a:lstStyle/>
        <a:p>
          <a:r>
            <a:rPr lang="en-US"/>
            <a:t>Low-cost and ultra-low-cost-carriers focus on high-demand, price-sensitive markets</a:t>
          </a:r>
        </a:p>
      </dgm:t>
    </dgm:pt>
    <dgm:pt modelId="{8FD01143-6D0C-464B-8FA9-141B2314E4F2}" type="parTrans" cxnId="{51C204BB-1568-400D-9D90-EE9992EECB34}">
      <dgm:prSet/>
      <dgm:spPr/>
      <dgm:t>
        <a:bodyPr/>
        <a:lstStyle/>
        <a:p>
          <a:endParaRPr lang="en-US"/>
        </a:p>
      </dgm:t>
    </dgm:pt>
    <dgm:pt modelId="{A4F98986-8458-466C-8721-755D7865BE66}" type="sibTrans" cxnId="{51C204BB-1568-400D-9D90-EE9992EECB34}">
      <dgm:prSet/>
      <dgm:spPr/>
      <dgm:t>
        <a:bodyPr/>
        <a:lstStyle/>
        <a:p>
          <a:endParaRPr lang="en-US"/>
        </a:p>
      </dgm:t>
    </dgm:pt>
    <dgm:pt modelId="{904B1221-ACE2-4EE2-8FD3-CFA85C226687}">
      <dgm:prSet/>
      <dgm:spPr>
        <a:ln>
          <a:solidFill>
            <a:schemeClr val="accent6"/>
          </a:solidFill>
        </a:ln>
      </dgm:spPr>
      <dgm:t>
        <a:bodyPr/>
        <a:lstStyle/>
        <a:p>
          <a:r>
            <a:rPr lang="en-US" dirty="0"/>
            <a:t>Goal: Identify routes with strong demand, high fares, and limited low-cost competition</a:t>
          </a:r>
        </a:p>
      </dgm:t>
    </dgm:pt>
    <dgm:pt modelId="{83A76072-619A-4A85-AA7A-229FB6905067}" type="parTrans" cxnId="{3C97E4BF-3FC9-441F-A1FB-7D673D6B0E62}">
      <dgm:prSet/>
      <dgm:spPr/>
      <dgm:t>
        <a:bodyPr/>
        <a:lstStyle/>
        <a:p>
          <a:endParaRPr lang="en-US"/>
        </a:p>
      </dgm:t>
    </dgm:pt>
    <dgm:pt modelId="{D12B1CC8-CDCE-4FB0-ACB8-5DC38761730B}" type="sibTrans" cxnId="{3C97E4BF-3FC9-441F-A1FB-7D673D6B0E62}">
      <dgm:prSet/>
      <dgm:spPr/>
      <dgm:t>
        <a:bodyPr/>
        <a:lstStyle/>
        <a:p>
          <a:endParaRPr lang="en-US"/>
        </a:p>
      </dgm:t>
    </dgm:pt>
    <dgm:pt modelId="{27C13045-A21C-427C-BBB1-2462FA3AC751}" type="pres">
      <dgm:prSet presAssocID="{ED9CFBCA-3442-4ACE-86E6-05FAE1316F6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0768C98-F02E-45E7-AC30-01392C0E433F}" type="pres">
      <dgm:prSet presAssocID="{6C3E58D4-CC41-429B-8AA0-C3BD5055BEA8}" presName="hierRoot1" presStyleCnt="0"/>
      <dgm:spPr/>
    </dgm:pt>
    <dgm:pt modelId="{B17443A2-D1CC-438E-9000-444F2D1863D0}" type="pres">
      <dgm:prSet presAssocID="{6C3E58D4-CC41-429B-8AA0-C3BD5055BEA8}" presName="composite" presStyleCnt="0"/>
      <dgm:spPr/>
    </dgm:pt>
    <dgm:pt modelId="{5C8500FB-0443-4D3C-A6DA-5B902F90B6F9}" type="pres">
      <dgm:prSet presAssocID="{6C3E58D4-CC41-429B-8AA0-C3BD5055BEA8}" presName="background" presStyleLbl="node0" presStyleIdx="0" presStyleCnt="4"/>
      <dgm:spPr/>
    </dgm:pt>
    <dgm:pt modelId="{12FD2AB8-4B8E-49E8-90C3-365F2DEF6D64}" type="pres">
      <dgm:prSet presAssocID="{6C3E58D4-CC41-429B-8AA0-C3BD5055BEA8}" presName="text" presStyleLbl="fgAcc0" presStyleIdx="0" presStyleCnt="4">
        <dgm:presLayoutVars>
          <dgm:chPref val="3"/>
        </dgm:presLayoutVars>
      </dgm:prSet>
      <dgm:spPr/>
    </dgm:pt>
    <dgm:pt modelId="{2C510F8E-090C-447D-A44D-302F074F8611}" type="pres">
      <dgm:prSet presAssocID="{6C3E58D4-CC41-429B-8AA0-C3BD5055BEA8}" presName="hierChild2" presStyleCnt="0"/>
      <dgm:spPr/>
    </dgm:pt>
    <dgm:pt modelId="{F771FED5-93FD-47C7-A791-FC970356F50D}" type="pres">
      <dgm:prSet presAssocID="{F48F42A1-8A2E-46F0-847F-CEBCF3C5B1B1}" presName="hierRoot1" presStyleCnt="0"/>
      <dgm:spPr/>
    </dgm:pt>
    <dgm:pt modelId="{8CA5A7FC-1BF4-4EAA-B594-843B807D9C41}" type="pres">
      <dgm:prSet presAssocID="{F48F42A1-8A2E-46F0-847F-CEBCF3C5B1B1}" presName="composite" presStyleCnt="0"/>
      <dgm:spPr/>
    </dgm:pt>
    <dgm:pt modelId="{2E059169-0EEA-486C-9BF2-8010C97D56FA}" type="pres">
      <dgm:prSet presAssocID="{F48F42A1-8A2E-46F0-847F-CEBCF3C5B1B1}" presName="background" presStyleLbl="node0" presStyleIdx="1" presStyleCnt="4"/>
      <dgm:spPr/>
    </dgm:pt>
    <dgm:pt modelId="{07D124A2-6F5B-4E4B-BE77-615A94A4DC18}" type="pres">
      <dgm:prSet presAssocID="{F48F42A1-8A2E-46F0-847F-CEBCF3C5B1B1}" presName="text" presStyleLbl="fgAcc0" presStyleIdx="1" presStyleCnt="4">
        <dgm:presLayoutVars>
          <dgm:chPref val="3"/>
        </dgm:presLayoutVars>
      </dgm:prSet>
      <dgm:spPr/>
    </dgm:pt>
    <dgm:pt modelId="{81E406C8-5969-4721-9ECE-E15227011D3A}" type="pres">
      <dgm:prSet presAssocID="{F48F42A1-8A2E-46F0-847F-CEBCF3C5B1B1}" presName="hierChild2" presStyleCnt="0"/>
      <dgm:spPr/>
    </dgm:pt>
    <dgm:pt modelId="{E99EED6B-F9A6-4895-BA73-1A8368B3F685}" type="pres">
      <dgm:prSet presAssocID="{F5B95286-CF25-495E-A777-DF4348DD4166}" presName="hierRoot1" presStyleCnt="0"/>
      <dgm:spPr/>
    </dgm:pt>
    <dgm:pt modelId="{40B0426C-376B-46B6-B37C-57BDE50ECA58}" type="pres">
      <dgm:prSet presAssocID="{F5B95286-CF25-495E-A777-DF4348DD4166}" presName="composite" presStyleCnt="0"/>
      <dgm:spPr/>
    </dgm:pt>
    <dgm:pt modelId="{A0CA33F3-9F55-4F1F-B271-10F81D2BA311}" type="pres">
      <dgm:prSet presAssocID="{F5B95286-CF25-495E-A777-DF4348DD4166}" presName="background" presStyleLbl="node0" presStyleIdx="2" presStyleCnt="4"/>
      <dgm:spPr/>
    </dgm:pt>
    <dgm:pt modelId="{D315D995-7123-444F-B331-C82AEFA07796}" type="pres">
      <dgm:prSet presAssocID="{F5B95286-CF25-495E-A777-DF4348DD4166}" presName="text" presStyleLbl="fgAcc0" presStyleIdx="2" presStyleCnt="4">
        <dgm:presLayoutVars>
          <dgm:chPref val="3"/>
        </dgm:presLayoutVars>
      </dgm:prSet>
      <dgm:spPr/>
    </dgm:pt>
    <dgm:pt modelId="{F03EA089-4B67-4BE4-880A-EBD4F182CC44}" type="pres">
      <dgm:prSet presAssocID="{F5B95286-CF25-495E-A777-DF4348DD4166}" presName="hierChild2" presStyleCnt="0"/>
      <dgm:spPr/>
    </dgm:pt>
    <dgm:pt modelId="{3B7FB3AB-59AC-4226-98E6-9385BD805B29}" type="pres">
      <dgm:prSet presAssocID="{904B1221-ACE2-4EE2-8FD3-CFA85C226687}" presName="hierRoot1" presStyleCnt="0"/>
      <dgm:spPr/>
    </dgm:pt>
    <dgm:pt modelId="{C188D31A-8789-4456-8BEF-639CE84F04C7}" type="pres">
      <dgm:prSet presAssocID="{904B1221-ACE2-4EE2-8FD3-CFA85C226687}" presName="composite" presStyleCnt="0"/>
      <dgm:spPr/>
    </dgm:pt>
    <dgm:pt modelId="{15C5C922-9533-4A8A-A107-61D6557AC1B1}" type="pres">
      <dgm:prSet presAssocID="{904B1221-ACE2-4EE2-8FD3-CFA85C226687}" presName="background" presStyleLbl="node0" presStyleIdx="3" presStyleCnt="4"/>
      <dgm:spPr>
        <a:solidFill>
          <a:schemeClr val="accent6"/>
        </a:solidFill>
        <a:ln>
          <a:solidFill>
            <a:schemeClr val="accent6"/>
          </a:solidFill>
        </a:ln>
      </dgm:spPr>
    </dgm:pt>
    <dgm:pt modelId="{BF0DD243-6734-4255-A428-35A4AFC1AD09}" type="pres">
      <dgm:prSet presAssocID="{904B1221-ACE2-4EE2-8FD3-CFA85C226687}" presName="text" presStyleLbl="fgAcc0" presStyleIdx="3" presStyleCnt="4">
        <dgm:presLayoutVars>
          <dgm:chPref val="3"/>
        </dgm:presLayoutVars>
      </dgm:prSet>
      <dgm:spPr/>
    </dgm:pt>
    <dgm:pt modelId="{CFFB20A4-A7F2-4773-8ED9-1FA1B3E1533B}" type="pres">
      <dgm:prSet presAssocID="{904B1221-ACE2-4EE2-8FD3-CFA85C226687}" presName="hierChild2" presStyleCnt="0"/>
      <dgm:spPr/>
    </dgm:pt>
  </dgm:ptLst>
  <dgm:cxnLst>
    <dgm:cxn modelId="{A022DD1A-C25C-4A3E-BEF1-720D4F9C09C0}" type="presOf" srcId="{F48F42A1-8A2E-46F0-847F-CEBCF3C5B1B1}" destId="{07D124A2-6F5B-4E4B-BE77-615A94A4DC18}" srcOrd="0" destOrd="0" presId="urn:microsoft.com/office/officeart/2005/8/layout/hierarchy1"/>
    <dgm:cxn modelId="{3A370233-D60E-49D7-9A4F-7CD2B81FDF9D}" type="presOf" srcId="{904B1221-ACE2-4EE2-8FD3-CFA85C226687}" destId="{BF0DD243-6734-4255-A428-35A4AFC1AD09}" srcOrd="0" destOrd="0" presId="urn:microsoft.com/office/officeart/2005/8/layout/hierarchy1"/>
    <dgm:cxn modelId="{0B935A3C-E040-4AA1-8376-7D82BC2DC85C}" srcId="{ED9CFBCA-3442-4ACE-86E6-05FAE1316F64}" destId="{F48F42A1-8A2E-46F0-847F-CEBCF3C5B1B1}" srcOrd="1" destOrd="0" parTransId="{3AA695CE-B1D7-4983-8E4D-74B34BF48E9A}" sibTransId="{67017E6B-D3E7-42E7-966E-F247335C53B1}"/>
    <dgm:cxn modelId="{D8F9066D-7C38-405F-B608-A8A8DBAF6F6C}" srcId="{ED9CFBCA-3442-4ACE-86E6-05FAE1316F64}" destId="{6C3E58D4-CC41-429B-8AA0-C3BD5055BEA8}" srcOrd="0" destOrd="0" parTransId="{4A56FF49-0A00-4F58-A16A-95A01258ADD5}" sibTransId="{B8FFC7F4-568D-4CE8-AE43-D94CE2CF7F32}"/>
    <dgm:cxn modelId="{DA55C9A5-146C-4443-B8DE-C74BD4C2265D}" type="presOf" srcId="{ED9CFBCA-3442-4ACE-86E6-05FAE1316F64}" destId="{27C13045-A21C-427C-BBB1-2462FA3AC751}" srcOrd="0" destOrd="0" presId="urn:microsoft.com/office/officeart/2005/8/layout/hierarchy1"/>
    <dgm:cxn modelId="{EF7AF2B1-0841-4E48-A353-17D8C034B565}" type="presOf" srcId="{6C3E58D4-CC41-429B-8AA0-C3BD5055BEA8}" destId="{12FD2AB8-4B8E-49E8-90C3-365F2DEF6D64}" srcOrd="0" destOrd="0" presId="urn:microsoft.com/office/officeart/2005/8/layout/hierarchy1"/>
    <dgm:cxn modelId="{51C204BB-1568-400D-9D90-EE9992EECB34}" srcId="{ED9CFBCA-3442-4ACE-86E6-05FAE1316F64}" destId="{F5B95286-CF25-495E-A777-DF4348DD4166}" srcOrd="2" destOrd="0" parTransId="{8FD01143-6D0C-464B-8FA9-141B2314E4F2}" sibTransId="{A4F98986-8458-466C-8721-755D7865BE66}"/>
    <dgm:cxn modelId="{3C97E4BF-3FC9-441F-A1FB-7D673D6B0E62}" srcId="{ED9CFBCA-3442-4ACE-86E6-05FAE1316F64}" destId="{904B1221-ACE2-4EE2-8FD3-CFA85C226687}" srcOrd="3" destOrd="0" parTransId="{83A76072-619A-4A85-AA7A-229FB6905067}" sibTransId="{D12B1CC8-CDCE-4FB0-ACB8-5DC38761730B}"/>
    <dgm:cxn modelId="{2ACBCEF7-A564-4A30-A7CA-2411A2F686E9}" type="presOf" srcId="{F5B95286-CF25-495E-A777-DF4348DD4166}" destId="{D315D995-7123-444F-B331-C82AEFA07796}" srcOrd="0" destOrd="0" presId="urn:microsoft.com/office/officeart/2005/8/layout/hierarchy1"/>
    <dgm:cxn modelId="{8A04391D-5763-4B2B-888F-3167F8543628}" type="presParOf" srcId="{27C13045-A21C-427C-BBB1-2462FA3AC751}" destId="{30768C98-F02E-45E7-AC30-01392C0E433F}" srcOrd="0" destOrd="0" presId="urn:microsoft.com/office/officeart/2005/8/layout/hierarchy1"/>
    <dgm:cxn modelId="{06A1D9A6-351D-4174-B177-6CB0BC10C8F7}" type="presParOf" srcId="{30768C98-F02E-45E7-AC30-01392C0E433F}" destId="{B17443A2-D1CC-438E-9000-444F2D1863D0}" srcOrd="0" destOrd="0" presId="urn:microsoft.com/office/officeart/2005/8/layout/hierarchy1"/>
    <dgm:cxn modelId="{F0E0CE01-B21B-4523-A2E1-4271DE2A4589}" type="presParOf" srcId="{B17443A2-D1CC-438E-9000-444F2D1863D0}" destId="{5C8500FB-0443-4D3C-A6DA-5B902F90B6F9}" srcOrd="0" destOrd="0" presId="urn:microsoft.com/office/officeart/2005/8/layout/hierarchy1"/>
    <dgm:cxn modelId="{611E99C3-5437-4067-B652-BC15672C485B}" type="presParOf" srcId="{B17443A2-D1CC-438E-9000-444F2D1863D0}" destId="{12FD2AB8-4B8E-49E8-90C3-365F2DEF6D64}" srcOrd="1" destOrd="0" presId="urn:microsoft.com/office/officeart/2005/8/layout/hierarchy1"/>
    <dgm:cxn modelId="{D96546C2-4EEC-46D8-B078-A6456A22C910}" type="presParOf" srcId="{30768C98-F02E-45E7-AC30-01392C0E433F}" destId="{2C510F8E-090C-447D-A44D-302F074F8611}" srcOrd="1" destOrd="0" presId="urn:microsoft.com/office/officeart/2005/8/layout/hierarchy1"/>
    <dgm:cxn modelId="{E2A555DD-4C4A-41D3-B26F-CBF0627AF5C3}" type="presParOf" srcId="{27C13045-A21C-427C-BBB1-2462FA3AC751}" destId="{F771FED5-93FD-47C7-A791-FC970356F50D}" srcOrd="1" destOrd="0" presId="urn:microsoft.com/office/officeart/2005/8/layout/hierarchy1"/>
    <dgm:cxn modelId="{FF98B9A1-2DD8-44B3-AD4B-611C4AB4DB76}" type="presParOf" srcId="{F771FED5-93FD-47C7-A791-FC970356F50D}" destId="{8CA5A7FC-1BF4-4EAA-B594-843B807D9C41}" srcOrd="0" destOrd="0" presId="urn:microsoft.com/office/officeart/2005/8/layout/hierarchy1"/>
    <dgm:cxn modelId="{2F54AEA8-483A-429D-A072-8C22A6B0F3FA}" type="presParOf" srcId="{8CA5A7FC-1BF4-4EAA-B594-843B807D9C41}" destId="{2E059169-0EEA-486C-9BF2-8010C97D56FA}" srcOrd="0" destOrd="0" presId="urn:microsoft.com/office/officeart/2005/8/layout/hierarchy1"/>
    <dgm:cxn modelId="{BB9CF7AD-4ABF-42C1-B535-6F9F0F94DB95}" type="presParOf" srcId="{8CA5A7FC-1BF4-4EAA-B594-843B807D9C41}" destId="{07D124A2-6F5B-4E4B-BE77-615A94A4DC18}" srcOrd="1" destOrd="0" presId="urn:microsoft.com/office/officeart/2005/8/layout/hierarchy1"/>
    <dgm:cxn modelId="{9B369316-3673-4D97-9ACD-0144A5CA41F3}" type="presParOf" srcId="{F771FED5-93FD-47C7-A791-FC970356F50D}" destId="{81E406C8-5969-4721-9ECE-E15227011D3A}" srcOrd="1" destOrd="0" presId="urn:microsoft.com/office/officeart/2005/8/layout/hierarchy1"/>
    <dgm:cxn modelId="{57B04B00-E8FA-4CBC-AB3F-837D35838437}" type="presParOf" srcId="{27C13045-A21C-427C-BBB1-2462FA3AC751}" destId="{E99EED6B-F9A6-4895-BA73-1A8368B3F685}" srcOrd="2" destOrd="0" presId="urn:microsoft.com/office/officeart/2005/8/layout/hierarchy1"/>
    <dgm:cxn modelId="{2DF03673-1DD4-49EE-B697-00091CFC386F}" type="presParOf" srcId="{E99EED6B-F9A6-4895-BA73-1A8368B3F685}" destId="{40B0426C-376B-46B6-B37C-57BDE50ECA58}" srcOrd="0" destOrd="0" presId="urn:microsoft.com/office/officeart/2005/8/layout/hierarchy1"/>
    <dgm:cxn modelId="{DFD8CD8A-CE40-4D6C-BC07-DB3657B5491A}" type="presParOf" srcId="{40B0426C-376B-46B6-B37C-57BDE50ECA58}" destId="{A0CA33F3-9F55-4F1F-B271-10F81D2BA311}" srcOrd="0" destOrd="0" presId="urn:microsoft.com/office/officeart/2005/8/layout/hierarchy1"/>
    <dgm:cxn modelId="{8D4AAA53-B5D8-44C7-B5F5-A0FF5E21BD02}" type="presParOf" srcId="{40B0426C-376B-46B6-B37C-57BDE50ECA58}" destId="{D315D995-7123-444F-B331-C82AEFA07796}" srcOrd="1" destOrd="0" presId="urn:microsoft.com/office/officeart/2005/8/layout/hierarchy1"/>
    <dgm:cxn modelId="{8BB1D35E-B7B2-435C-AD71-5F8875447E6B}" type="presParOf" srcId="{E99EED6B-F9A6-4895-BA73-1A8368B3F685}" destId="{F03EA089-4B67-4BE4-880A-EBD4F182CC44}" srcOrd="1" destOrd="0" presId="urn:microsoft.com/office/officeart/2005/8/layout/hierarchy1"/>
    <dgm:cxn modelId="{1A0D1DE9-AC1F-44D5-BD2F-69B9E937391C}" type="presParOf" srcId="{27C13045-A21C-427C-BBB1-2462FA3AC751}" destId="{3B7FB3AB-59AC-4226-98E6-9385BD805B29}" srcOrd="3" destOrd="0" presId="urn:microsoft.com/office/officeart/2005/8/layout/hierarchy1"/>
    <dgm:cxn modelId="{17C69506-5816-4B4C-BF70-6E32CCE8DF98}" type="presParOf" srcId="{3B7FB3AB-59AC-4226-98E6-9385BD805B29}" destId="{C188D31A-8789-4456-8BEF-639CE84F04C7}" srcOrd="0" destOrd="0" presId="urn:microsoft.com/office/officeart/2005/8/layout/hierarchy1"/>
    <dgm:cxn modelId="{C1B48F52-E898-4320-A9F3-122373D34E99}" type="presParOf" srcId="{C188D31A-8789-4456-8BEF-639CE84F04C7}" destId="{15C5C922-9533-4A8A-A107-61D6557AC1B1}" srcOrd="0" destOrd="0" presId="urn:microsoft.com/office/officeart/2005/8/layout/hierarchy1"/>
    <dgm:cxn modelId="{DD2670D9-72BD-438B-ABC5-2BF66771ED52}" type="presParOf" srcId="{C188D31A-8789-4456-8BEF-639CE84F04C7}" destId="{BF0DD243-6734-4255-A428-35A4AFC1AD09}" srcOrd="1" destOrd="0" presId="urn:microsoft.com/office/officeart/2005/8/layout/hierarchy1"/>
    <dgm:cxn modelId="{B0BAE563-61D9-4F12-B79F-27608D59D157}" type="presParOf" srcId="{3B7FB3AB-59AC-4226-98E6-9385BD805B29}" destId="{CFFB20A4-A7F2-4773-8ED9-1FA1B3E1533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64279AE-2C53-4CFD-8F2E-A2BB1F3B1A4A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580B0A5-561D-49AF-979A-BA723A019FFA}">
      <dgm:prSet/>
      <dgm:spPr/>
      <dgm:t>
        <a:bodyPr/>
        <a:lstStyle/>
        <a:p>
          <a:r>
            <a:rPr lang="en-US"/>
            <a:t>Used real world airline data from the U.S. Department of Transportation</a:t>
          </a:r>
        </a:p>
      </dgm:t>
    </dgm:pt>
    <dgm:pt modelId="{E975D95D-3CBD-4A00-B4EF-72E10A11BF8B}" type="parTrans" cxnId="{2035704E-E48E-4C89-887A-5F479E4F6D83}">
      <dgm:prSet/>
      <dgm:spPr/>
      <dgm:t>
        <a:bodyPr/>
        <a:lstStyle/>
        <a:p>
          <a:endParaRPr lang="en-US"/>
        </a:p>
      </dgm:t>
    </dgm:pt>
    <dgm:pt modelId="{B1C6237B-63AB-449D-8FA2-BDD6CF9D357B}" type="sibTrans" cxnId="{2035704E-E48E-4C89-887A-5F479E4F6D83}">
      <dgm:prSet/>
      <dgm:spPr/>
      <dgm:t>
        <a:bodyPr/>
        <a:lstStyle/>
        <a:p>
          <a:endParaRPr lang="en-US"/>
        </a:p>
      </dgm:t>
    </dgm:pt>
    <dgm:pt modelId="{947366B1-AC6F-4F7E-A0D5-074DA432A330}">
      <dgm:prSet/>
      <dgm:spPr/>
      <dgm:t>
        <a:bodyPr/>
        <a:lstStyle/>
        <a:p>
          <a:r>
            <a:rPr lang="en-US"/>
            <a:t>Focused on 2024-2025 U.S. airport pair markets</a:t>
          </a:r>
        </a:p>
      </dgm:t>
    </dgm:pt>
    <dgm:pt modelId="{66797060-E634-4155-ADA6-6E59381B247D}" type="parTrans" cxnId="{35F9124A-4B79-4C6B-9BCF-A2D13E849DC5}">
      <dgm:prSet/>
      <dgm:spPr/>
      <dgm:t>
        <a:bodyPr/>
        <a:lstStyle/>
        <a:p>
          <a:endParaRPr lang="en-US"/>
        </a:p>
      </dgm:t>
    </dgm:pt>
    <dgm:pt modelId="{D1D0D066-C227-45AD-945A-A9054AC292E1}" type="sibTrans" cxnId="{35F9124A-4B79-4C6B-9BCF-A2D13E849DC5}">
      <dgm:prSet/>
      <dgm:spPr/>
      <dgm:t>
        <a:bodyPr/>
        <a:lstStyle/>
        <a:p>
          <a:endParaRPr lang="en-US"/>
        </a:p>
      </dgm:t>
    </dgm:pt>
    <dgm:pt modelId="{4F414BFF-5FF7-40E6-A234-4B2F20CC7A8A}">
      <dgm:prSet/>
      <dgm:spPr/>
      <dgm:t>
        <a:bodyPr/>
        <a:lstStyle/>
        <a:p>
          <a:r>
            <a:rPr lang="en-US"/>
            <a:t>Applied k-means clustering to group similar markets</a:t>
          </a:r>
        </a:p>
      </dgm:t>
    </dgm:pt>
    <dgm:pt modelId="{C073573A-8729-45BA-86B7-104C50E27531}" type="parTrans" cxnId="{81CEF20F-6329-4FF0-9557-C77222DC9CCE}">
      <dgm:prSet/>
      <dgm:spPr/>
      <dgm:t>
        <a:bodyPr/>
        <a:lstStyle/>
        <a:p>
          <a:endParaRPr lang="en-US"/>
        </a:p>
      </dgm:t>
    </dgm:pt>
    <dgm:pt modelId="{15EF046E-3E3D-436A-AC47-75662BA181C2}" type="sibTrans" cxnId="{81CEF20F-6329-4FF0-9557-C77222DC9CCE}">
      <dgm:prSet/>
      <dgm:spPr/>
      <dgm:t>
        <a:bodyPr/>
        <a:lstStyle/>
        <a:p>
          <a:endParaRPr lang="en-US"/>
        </a:p>
      </dgm:t>
    </dgm:pt>
    <dgm:pt modelId="{4653CB0E-F73B-479C-BCB3-5207016712FE}">
      <dgm:prSet/>
      <dgm:spPr/>
      <dgm:t>
        <a:bodyPr/>
        <a:lstStyle/>
        <a:p>
          <a:r>
            <a:rPr lang="en-US"/>
            <a:t>Variables used:</a:t>
          </a:r>
        </a:p>
      </dgm:t>
    </dgm:pt>
    <dgm:pt modelId="{A28826CB-8729-429C-8852-A14FF4C6B6B3}" type="parTrans" cxnId="{0BE0579C-7349-468D-A2B0-E603D9B3FA83}">
      <dgm:prSet/>
      <dgm:spPr/>
      <dgm:t>
        <a:bodyPr/>
        <a:lstStyle/>
        <a:p>
          <a:endParaRPr lang="en-US"/>
        </a:p>
      </dgm:t>
    </dgm:pt>
    <dgm:pt modelId="{5F94DEBB-455A-4A87-A321-61C135161D03}" type="sibTrans" cxnId="{0BE0579C-7349-468D-A2B0-E603D9B3FA83}">
      <dgm:prSet/>
      <dgm:spPr/>
      <dgm:t>
        <a:bodyPr/>
        <a:lstStyle/>
        <a:p>
          <a:endParaRPr lang="en-US"/>
        </a:p>
      </dgm:t>
    </dgm:pt>
    <dgm:pt modelId="{3FEF1EB2-FC46-48DF-ACA6-40CCC408F6E9}">
      <dgm:prSet/>
      <dgm:spPr/>
      <dgm:t>
        <a:bodyPr/>
        <a:lstStyle/>
        <a:p>
          <a:r>
            <a:rPr lang="en-US"/>
            <a:t>Distance</a:t>
          </a:r>
        </a:p>
      </dgm:t>
    </dgm:pt>
    <dgm:pt modelId="{D89B0B1F-AB64-4D1E-971A-F042B2160873}" type="parTrans" cxnId="{F69E3D76-CF97-4C63-B947-12F4D22C71D5}">
      <dgm:prSet/>
      <dgm:spPr/>
      <dgm:t>
        <a:bodyPr/>
        <a:lstStyle/>
        <a:p>
          <a:endParaRPr lang="en-US"/>
        </a:p>
      </dgm:t>
    </dgm:pt>
    <dgm:pt modelId="{63098CE1-645B-4D56-9528-DB79F407B4A6}" type="sibTrans" cxnId="{F69E3D76-CF97-4C63-B947-12F4D22C71D5}">
      <dgm:prSet/>
      <dgm:spPr/>
      <dgm:t>
        <a:bodyPr/>
        <a:lstStyle/>
        <a:p>
          <a:endParaRPr lang="en-US"/>
        </a:p>
      </dgm:t>
    </dgm:pt>
    <dgm:pt modelId="{E3822B95-C0D3-45CB-B12E-64B3781C743D}">
      <dgm:prSet/>
      <dgm:spPr/>
      <dgm:t>
        <a:bodyPr/>
        <a:lstStyle/>
        <a:p>
          <a:r>
            <a:rPr lang="en-US"/>
            <a:t>Passenger demand</a:t>
          </a:r>
        </a:p>
      </dgm:t>
    </dgm:pt>
    <dgm:pt modelId="{9722E4F3-C355-45DA-8755-AE553B037D1E}" type="parTrans" cxnId="{8F66FD48-6D5A-4F02-9CE6-783AD54C04CA}">
      <dgm:prSet/>
      <dgm:spPr/>
      <dgm:t>
        <a:bodyPr/>
        <a:lstStyle/>
        <a:p>
          <a:endParaRPr lang="en-US"/>
        </a:p>
      </dgm:t>
    </dgm:pt>
    <dgm:pt modelId="{001EE055-C658-4556-8CD6-5DBCB2D3363B}" type="sibTrans" cxnId="{8F66FD48-6D5A-4F02-9CE6-783AD54C04CA}">
      <dgm:prSet/>
      <dgm:spPr/>
      <dgm:t>
        <a:bodyPr/>
        <a:lstStyle/>
        <a:p>
          <a:endParaRPr lang="en-US"/>
        </a:p>
      </dgm:t>
    </dgm:pt>
    <dgm:pt modelId="{4B2010E8-46FA-4981-9779-D10C6E0FF91D}">
      <dgm:prSet/>
      <dgm:spPr/>
      <dgm:t>
        <a:bodyPr/>
        <a:lstStyle/>
        <a:p>
          <a:r>
            <a:rPr lang="en-US"/>
            <a:t>Airfare</a:t>
          </a:r>
        </a:p>
      </dgm:t>
    </dgm:pt>
    <dgm:pt modelId="{358DDE0B-149A-4FEF-AC0D-3D8E0DFAE355}" type="parTrans" cxnId="{91F92BBC-E5BC-4B84-BEBA-72FDA1B2C055}">
      <dgm:prSet/>
      <dgm:spPr/>
      <dgm:t>
        <a:bodyPr/>
        <a:lstStyle/>
        <a:p>
          <a:endParaRPr lang="en-US"/>
        </a:p>
      </dgm:t>
    </dgm:pt>
    <dgm:pt modelId="{E7A1CE6A-167B-4FD5-91D8-0EF2FD259EA1}" type="sibTrans" cxnId="{91F92BBC-E5BC-4B84-BEBA-72FDA1B2C055}">
      <dgm:prSet/>
      <dgm:spPr/>
      <dgm:t>
        <a:bodyPr/>
        <a:lstStyle/>
        <a:p>
          <a:endParaRPr lang="en-US"/>
        </a:p>
      </dgm:t>
    </dgm:pt>
    <dgm:pt modelId="{73E00613-8E6F-4825-A97A-B2D8115A0BB9}">
      <dgm:prSet/>
      <dgm:spPr/>
      <dgm:t>
        <a:bodyPr/>
        <a:lstStyle/>
        <a:p>
          <a:r>
            <a:rPr lang="en-US"/>
            <a:t>Market concerntration</a:t>
          </a:r>
        </a:p>
      </dgm:t>
    </dgm:pt>
    <dgm:pt modelId="{2DA766B1-54DF-42D6-900F-3143CE192703}" type="parTrans" cxnId="{E897D672-C960-45D1-81F3-4710F72E0768}">
      <dgm:prSet/>
      <dgm:spPr/>
      <dgm:t>
        <a:bodyPr/>
        <a:lstStyle/>
        <a:p>
          <a:endParaRPr lang="en-US"/>
        </a:p>
      </dgm:t>
    </dgm:pt>
    <dgm:pt modelId="{C06517A1-9240-4C7B-B524-6EDA159D2E6C}" type="sibTrans" cxnId="{E897D672-C960-45D1-81F3-4710F72E0768}">
      <dgm:prSet/>
      <dgm:spPr/>
      <dgm:t>
        <a:bodyPr/>
        <a:lstStyle/>
        <a:p>
          <a:endParaRPr lang="en-US"/>
        </a:p>
      </dgm:t>
    </dgm:pt>
    <dgm:pt modelId="{E8605665-29A7-49CC-83A9-1C369CB509E7}">
      <dgm:prSet/>
      <dgm:spPr/>
      <dgm:t>
        <a:bodyPr/>
        <a:lstStyle/>
        <a:p>
          <a:r>
            <a:rPr lang="en-US"/>
            <a:t>Identified clusters with the strongest expansion potential</a:t>
          </a:r>
        </a:p>
      </dgm:t>
    </dgm:pt>
    <dgm:pt modelId="{BE812AE3-44C2-4102-A427-57BC8EA60BB1}" type="parTrans" cxnId="{4B829877-C527-4EB4-B98C-7C6CF18DD939}">
      <dgm:prSet/>
      <dgm:spPr/>
      <dgm:t>
        <a:bodyPr/>
        <a:lstStyle/>
        <a:p>
          <a:endParaRPr lang="en-US"/>
        </a:p>
      </dgm:t>
    </dgm:pt>
    <dgm:pt modelId="{0ADF9E46-2555-4C0E-B073-4143BFE5018D}" type="sibTrans" cxnId="{4B829877-C527-4EB4-B98C-7C6CF18DD939}">
      <dgm:prSet/>
      <dgm:spPr/>
      <dgm:t>
        <a:bodyPr/>
        <a:lstStyle/>
        <a:p>
          <a:endParaRPr lang="en-US"/>
        </a:p>
      </dgm:t>
    </dgm:pt>
    <dgm:pt modelId="{FAAF5DCB-463E-46E3-94C7-E2D7DF9C1EC6}" type="pres">
      <dgm:prSet presAssocID="{464279AE-2C53-4CFD-8F2E-A2BB1F3B1A4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10E5C35-D602-4069-81AB-47709C0528BD}" type="pres">
      <dgm:prSet presAssocID="{9580B0A5-561D-49AF-979A-BA723A019FFA}" presName="hierRoot1" presStyleCnt="0">
        <dgm:presLayoutVars>
          <dgm:hierBranch val="init"/>
        </dgm:presLayoutVars>
      </dgm:prSet>
      <dgm:spPr/>
    </dgm:pt>
    <dgm:pt modelId="{13609C60-FF8A-466D-B9AB-F5916BFF2C07}" type="pres">
      <dgm:prSet presAssocID="{9580B0A5-561D-49AF-979A-BA723A019FFA}" presName="rootComposite1" presStyleCnt="0"/>
      <dgm:spPr/>
    </dgm:pt>
    <dgm:pt modelId="{908A1051-7BB9-4446-AA90-CC9C6B4CB8F3}" type="pres">
      <dgm:prSet presAssocID="{9580B0A5-561D-49AF-979A-BA723A019FFA}" presName="rootText1" presStyleLbl="node0" presStyleIdx="0" presStyleCnt="5">
        <dgm:presLayoutVars>
          <dgm:chPref val="3"/>
        </dgm:presLayoutVars>
      </dgm:prSet>
      <dgm:spPr/>
    </dgm:pt>
    <dgm:pt modelId="{3602020C-571B-4564-82AD-950CEF25C8BF}" type="pres">
      <dgm:prSet presAssocID="{9580B0A5-561D-49AF-979A-BA723A019FFA}" presName="rootConnector1" presStyleLbl="node1" presStyleIdx="0" presStyleCnt="0"/>
      <dgm:spPr/>
    </dgm:pt>
    <dgm:pt modelId="{DC52D636-20D8-4CE3-B75D-36FE416AD005}" type="pres">
      <dgm:prSet presAssocID="{9580B0A5-561D-49AF-979A-BA723A019FFA}" presName="hierChild2" presStyleCnt="0"/>
      <dgm:spPr/>
    </dgm:pt>
    <dgm:pt modelId="{8057BDA4-9B95-4B03-9F28-0CEFF810E471}" type="pres">
      <dgm:prSet presAssocID="{9580B0A5-561D-49AF-979A-BA723A019FFA}" presName="hierChild3" presStyleCnt="0"/>
      <dgm:spPr/>
    </dgm:pt>
    <dgm:pt modelId="{B17ACCF9-83B4-48EA-ACBC-C5C6A8B7D056}" type="pres">
      <dgm:prSet presAssocID="{947366B1-AC6F-4F7E-A0D5-074DA432A330}" presName="hierRoot1" presStyleCnt="0">
        <dgm:presLayoutVars>
          <dgm:hierBranch val="init"/>
        </dgm:presLayoutVars>
      </dgm:prSet>
      <dgm:spPr/>
    </dgm:pt>
    <dgm:pt modelId="{9CD22A6A-7074-471F-9E37-F63977EFC00B}" type="pres">
      <dgm:prSet presAssocID="{947366B1-AC6F-4F7E-A0D5-074DA432A330}" presName="rootComposite1" presStyleCnt="0"/>
      <dgm:spPr/>
    </dgm:pt>
    <dgm:pt modelId="{3BA205FB-890A-4FA9-AD2E-B4D2F38BFACA}" type="pres">
      <dgm:prSet presAssocID="{947366B1-AC6F-4F7E-A0D5-074DA432A330}" presName="rootText1" presStyleLbl="node0" presStyleIdx="1" presStyleCnt="5">
        <dgm:presLayoutVars>
          <dgm:chPref val="3"/>
        </dgm:presLayoutVars>
      </dgm:prSet>
      <dgm:spPr/>
    </dgm:pt>
    <dgm:pt modelId="{B05B5A88-4F3B-4D35-AB53-EA58ECBB9B4C}" type="pres">
      <dgm:prSet presAssocID="{947366B1-AC6F-4F7E-A0D5-074DA432A330}" presName="rootConnector1" presStyleLbl="node1" presStyleIdx="0" presStyleCnt="0"/>
      <dgm:spPr/>
    </dgm:pt>
    <dgm:pt modelId="{7C734621-1802-4BEE-8323-073E48E117DA}" type="pres">
      <dgm:prSet presAssocID="{947366B1-AC6F-4F7E-A0D5-074DA432A330}" presName="hierChild2" presStyleCnt="0"/>
      <dgm:spPr/>
    </dgm:pt>
    <dgm:pt modelId="{51B1A135-C05C-4962-8000-58E0A79D2D03}" type="pres">
      <dgm:prSet presAssocID="{947366B1-AC6F-4F7E-A0D5-074DA432A330}" presName="hierChild3" presStyleCnt="0"/>
      <dgm:spPr/>
    </dgm:pt>
    <dgm:pt modelId="{7DE7A5DE-0E40-4F61-8174-7F2E9933698C}" type="pres">
      <dgm:prSet presAssocID="{4F414BFF-5FF7-40E6-A234-4B2F20CC7A8A}" presName="hierRoot1" presStyleCnt="0">
        <dgm:presLayoutVars>
          <dgm:hierBranch val="init"/>
        </dgm:presLayoutVars>
      </dgm:prSet>
      <dgm:spPr/>
    </dgm:pt>
    <dgm:pt modelId="{10450C36-BF20-43F0-B098-A0CBD95961B4}" type="pres">
      <dgm:prSet presAssocID="{4F414BFF-5FF7-40E6-A234-4B2F20CC7A8A}" presName="rootComposite1" presStyleCnt="0"/>
      <dgm:spPr/>
    </dgm:pt>
    <dgm:pt modelId="{9A4E311A-A5A5-46AC-83A0-C7227F950F85}" type="pres">
      <dgm:prSet presAssocID="{4F414BFF-5FF7-40E6-A234-4B2F20CC7A8A}" presName="rootText1" presStyleLbl="node0" presStyleIdx="2" presStyleCnt="5">
        <dgm:presLayoutVars>
          <dgm:chPref val="3"/>
        </dgm:presLayoutVars>
      </dgm:prSet>
      <dgm:spPr/>
    </dgm:pt>
    <dgm:pt modelId="{1C42514A-F4B2-452B-A30C-1A9B3A0FBDD2}" type="pres">
      <dgm:prSet presAssocID="{4F414BFF-5FF7-40E6-A234-4B2F20CC7A8A}" presName="rootConnector1" presStyleLbl="node1" presStyleIdx="0" presStyleCnt="0"/>
      <dgm:spPr/>
    </dgm:pt>
    <dgm:pt modelId="{29C061EE-C5BA-40AC-9D23-793FC82DF3CE}" type="pres">
      <dgm:prSet presAssocID="{4F414BFF-5FF7-40E6-A234-4B2F20CC7A8A}" presName="hierChild2" presStyleCnt="0"/>
      <dgm:spPr/>
    </dgm:pt>
    <dgm:pt modelId="{5FB51BC3-F97A-4E73-B45D-E7888E44297F}" type="pres">
      <dgm:prSet presAssocID="{4F414BFF-5FF7-40E6-A234-4B2F20CC7A8A}" presName="hierChild3" presStyleCnt="0"/>
      <dgm:spPr/>
    </dgm:pt>
    <dgm:pt modelId="{92EA3716-7F57-47FE-9785-C98B835F2681}" type="pres">
      <dgm:prSet presAssocID="{4653CB0E-F73B-479C-BCB3-5207016712FE}" presName="hierRoot1" presStyleCnt="0">
        <dgm:presLayoutVars>
          <dgm:hierBranch val="init"/>
        </dgm:presLayoutVars>
      </dgm:prSet>
      <dgm:spPr/>
    </dgm:pt>
    <dgm:pt modelId="{251F072B-57D7-4A59-A8CE-AC924B834E86}" type="pres">
      <dgm:prSet presAssocID="{4653CB0E-F73B-479C-BCB3-5207016712FE}" presName="rootComposite1" presStyleCnt="0"/>
      <dgm:spPr/>
    </dgm:pt>
    <dgm:pt modelId="{CDADE30D-E924-4E2B-8E4E-1632AECB58BC}" type="pres">
      <dgm:prSet presAssocID="{4653CB0E-F73B-479C-BCB3-5207016712FE}" presName="rootText1" presStyleLbl="node0" presStyleIdx="3" presStyleCnt="5">
        <dgm:presLayoutVars>
          <dgm:chPref val="3"/>
        </dgm:presLayoutVars>
      </dgm:prSet>
      <dgm:spPr/>
    </dgm:pt>
    <dgm:pt modelId="{E16DD173-BCD3-44C2-82CC-D900E7A66F1B}" type="pres">
      <dgm:prSet presAssocID="{4653CB0E-F73B-479C-BCB3-5207016712FE}" presName="rootConnector1" presStyleLbl="node1" presStyleIdx="0" presStyleCnt="0"/>
      <dgm:spPr/>
    </dgm:pt>
    <dgm:pt modelId="{E2397D4E-5302-49CE-A368-64CE76F374E1}" type="pres">
      <dgm:prSet presAssocID="{4653CB0E-F73B-479C-BCB3-5207016712FE}" presName="hierChild2" presStyleCnt="0"/>
      <dgm:spPr/>
    </dgm:pt>
    <dgm:pt modelId="{E206B5D7-3A26-4F89-98F2-F94A27AE2203}" type="pres">
      <dgm:prSet presAssocID="{D89B0B1F-AB64-4D1E-971A-F042B2160873}" presName="Name64" presStyleLbl="parChTrans1D2" presStyleIdx="0" presStyleCnt="4"/>
      <dgm:spPr/>
    </dgm:pt>
    <dgm:pt modelId="{6EB6CA61-5825-4D20-B8EC-926FA191BDD9}" type="pres">
      <dgm:prSet presAssocID="{3FEF1EB2-FC46-48DF-ACA6-40CCC408F6E9}" presName="hierRoot2" presStyleCnt="0">
        <dgm:presLayoutVars>
          <dgm:hierBranch val="init"/>
        </dgm:presLayoutVars>
      </dgm:prSet>
      <dgm:spPr/>
    </dgm:pt>
    <dgm:pt modelId="{17B822E4-621C-4E33-9986-30B83DD64AC7}" type="pres">
      <dgm:prSet presAssocID="{3FEF1EB2-FC46-48DF-ACA6-40CCC408F6E9}" presName="rootComposite" presStyleCnt="0"/>
      <dgm:spPr/>
    </dgm:pt>
    <dgm:pt modelId="{E438107A-BE62-4EFE-A2B7-33BEC3ADCD37}" type="pres">
      <dgm:prSet presAssocID="{3FEF1EB2-FC46-48DF-ACA6-40CCC408F6E9}" presName="rootText" presStyleLbl="node2" presStyleIdx="0" presStyleCnt="4">
        <dgm:presLayoutVars>
          <dgm:chPref val="3"/>
        </dgm:presLayoutVars>
      </dgm:prSet>
      <dgm:spPr/>
    </dgm:pt>
    <dgm:pt modelId="{CEBBA34D-6D2B-4F8A-9A09-F4765D35C1BB}" type="pres">
      <dgm:prSet presAssocID="{3FEF1EB2-FC46-48DF-ACA6-40CCC408F6E9}" presName="rootConnector" presStyleLbl="node2" presStyleIdx="0" presStyleCnt="4"/>
      <dgm:spPr/>
    </dgm:pt>
    <dgm:pt modelId="{68F50FDE-0774-4D2B-A124-B09F17B63D96}" type="pres">
      <dgm:prSet presAssocID="{3FEF1EB2-FC46-48DF-ACA6-40CCC408F6E9}" presName="hierChild4" presStyleCnt="0"/>
      <dgm:spPr/>
    </dgm:pt>
    <dgm:pt modelId="{15FBB41F-0A5E-4386-80EB-2703C7094A40}" type="pres">
      <dgm:prSet presAssocID="{3FEF1EB2-FC46-48DF-ACA6-40CCC408F6E9}" presName="hierChild5" presStyleCnt="0"/>
      <dgm:spPr/>
    </dgm:pt>
    <dgm:pt modelId="{1336B491-5C1C-410D-87B7-602EC8771BC2}" type="pres">
      <dgm:prSet presAssocID="{9722E4F3-C355-45DA-8755-AE553B037D1E}" presName="Name64" presStyleLbl="parChTrans1D2" presStyleIdx="1" presStyleCnt="4"/>
      <dgm:spPr/>
    </dgm:pt>
    <dgm:pt modelId="{76E31C1C-29B6-4A4F-ABF3-B55A86C9D531}" type="pres">
      <dgm:prSet presAssocID="{E3822B95-C0D3-45CB-B12E-64B3781C743D}" presName="hierRoot2" presStyleCnt="0">
        <dgm:presLayoutVars>
          <dgm:hierBranch val="init"/>
        </dgm:presLayoutVars>
      </dgm:prSet>
      <dgm:spPr/>
    </dgm:pt>
    <dgm:pt modelId="{5FE24AC3-DB81-4DD1-88F3-D4A86B3FE488}" type="pres">
      <dgm:prSet presAssocID="{E3822B95-C0D3-45CB-B12E-64B3781C743D}" presName="rootComposite" presStyleCnt="0"/>
      <dgm:spPr/>
    </dgm:pt>
    <dgm:pt modelId="{9E295A5B-0BCE-4FE3-9F90-696E99572D7E}" type="pres">
      <dgm:prSet presAssocID="{E3822B95-C0D3-45CB-B12E-64B3781C743D}" presName="rootText" presStyleLbl="node2" presStyleIdx="1" presStyleCnt="4">
        <dgm:presLayoutVars>
          <dgm:chPref val="3"/>
        </dgm:presLayoutVars>
      </dgm:prSet>
      <dgm:spPr/>
    </dgm:pt>
    <dgm:pt modelId="{18B4BFC4-B3EA-4796-BC3B-8C7C2A73751E}" type="pres">
      <dgm:prSet presAssocID="{E3822B95-C0D3-45CB-B12E-64B3781C743D}" presName="rootConnector" presStyleLbl="node2" presStyleIdx="1" presStyleCnt="4"/>
      <dgm:spPr/>
    </dgm:pt>
    <dgm:pt modelId="{C4B6AB00-FB72-4FDE-8B18-865ED6A5B690}" type="pres">
      <dgm:prSet presAssocID="{E3822B95-C0D3-45CB-B12E-64B3781C743D}" presName="hierChild4" presStyleCnt="0"/>
      <dgm:spPr/>
    </dgm:pt>
    <dgm:pt modelId="{45D0525C-955A-4240-8226-9A771F981FAB}" type="pres">
      <dgm:prSet presAssocID="{E3822B95-C0D3-45CB-B12E-64B3781C743D}" presName="hierChild5" presStyleCnt="0"/>
      <dgm:spPr/>
    </dgm:pt>
    <dgm:pt modelId="{50B00CE9-1787-49CE-A254-773334FF8CCB}" type="pres">
      <dgm:prSet presAssocID="{358DDE0B-149A-4FEF-AC0D-3D8E0DFAE355}" presName="Name64" presStyleLbl="parChTrans1D2" presStyleIdx="2" presStyleCnt="4"/>
      <dgm:spPr/>
    </dgm:pt>
    <dgm:pt modelId="{77A9ED35-C930-46EE-97B5-878A7AE6B4D5}" type="pres">
      <dgm:prSet presAssocID="{4B2010E8-46FA-4981-9779-D10C6E0FF91D}" presName="hierRoot2" presStyleCnt="0">
        <dgm:presLayoutVars>
          <dgm:hierBranch val="init"/>
        </dgm:presLayoutVars>
      </dgm:prSet>
      <dgm:spPr/>
    </dgm:pt>
    <dgm:pt modelId="{6278D827-3AA4-4A50-8E44-85DDBD7F82D6}" type="pres">
      <dgm:prSet presAssocID="{4B2010E8-46FA-4981-9779-D10C6E0FF91D}" presName="rootComposite" presStyleCnt="0"/>
      <dgm:spPr/>
    </dgm:pt>
    <dgm:pt modelId="{079F0CC6-7DA6-4FE6-8CDC-E9BB0BD1914D}" type="pres">
      <dgm:prSet presAssocID="{4B2010E8-46FA-4981-9779-D10C6E0FF91D}" presName="rootText" presStyleLbl="node2" presStyleIdx="2" presStyleCnt="4">
        <dgm:presLayoutVars>
          <dgm:chPref val="3"/>
        </dgm:presLayoutVars>
      </dgm:prSet>
      <dgm:spPr/>
    </dgm:pt>
    <dgm:pt modelId="{D72FFBE3-C95F-42AC-9906-C10A7C03A803}" type="pres">
      <dgm:prSet presAssocID="{4B2010E8-46FA-4981-9779-D10C6E0FF91D}" presName="rootConnector" presStyleLbl="node2" presStyleIdx="2" presStyleCnt="4"/>
      <dgm:spPr/>
    </dgm:pt>
    <dgm:pt modelId="{D4E52FFF-17B8-4407-8C30-867EC3FB1B2B}" type="pres">
      <dgm:prSet presAssocID="{4B2010E8-46FA-4981-9779-D10C6E0FF91D}" presName="hierChild4" presStyleCnt="0"/>
      <dgm:spPr/>
    </dgm:pt>
    <dgm:pt modelId="{9FC04CC8-E37E-4AC8-AC21-019273940318}" type="pres">
      <dgm:prSet presAssocID="{4B2010E8-46FA-4981-9779-D10C6E0FF91D}" presName="hierChild5" presStyleCnt="0"/>
      <dgm:spPr/>
    </dgm:pt>
    <dgm:pt modelId="{E2ABF511-E83E-4413-8951-3B724554CAC4}" type="pres">
      <dgm:prSet presAssocID="{2DA766B1-54DF-42D6-900F-3143CE192703}" presName="Name64" presStyleLbl="parChTrans1D2" presStyleIdx="3" presStyleCnt="4"/>
      <dgm:spPr/>
    </dgm:pt>
    <dgm:pt modelId="{918AE586-B610-461E-938E-F78FCE2023D0}" type="pres">
      <dgm:prSet presAssocID="{73E00613-8E6F-4825-A97A-B2D8115A0BB9}" presName="hierRoot2" presStyleCnt="0">
        <dgm:presLayoutVars>
          <dgm:hierBranch val="init"/>
        </dgm:presLayoutVars>
      </dgm:prSet>
      <dgm:spPr/>
    </dgm:pt>
    <dgm:pt modelId="{10137B79-C6E7-4844-A190-07F4C3A3C5E2}" type="pres">
      <dgm:prSet presAssocID="{73E00613-8E6F-4825-A97A-B2D8115A0BB9}" presName="rootComposite" presStyleCnt="0"/>
      <dgm:spPr/>
    </dgm:pt>
    <dgm:pt modelId="{2444AA43-EE45-4E16-B8A6-D76B9C80AA4E}" type="pres">
      <dgm:prSet presAssocID="{73E00613-8E6F-4825-A97A-B2D8115A0BB9}" presName="rootText" presStyleLbl="node2" presStyleIdx="3" presStyleCnt="4">
        <dgm:presLayoutVars>
          <dgm:chPref val="3"/>
        </dgm:presLayoutVars>
      </dgm:prSet>
      <dgm:spPr/>
    </dgm:pt>
    <dgm:pt modelId="{3FD011B6-A853-4844-A6F0-0ED80227FE6A}" type="pres">
      <dgm:prSet presAssocID="{73E00613-8E6F-4825-A97A-B2D8115A0BB9}" presName="rootConnector" presStyleLbl="node2" presStyleIdx="3" presStyleCnt="4"/>
      <dgm:spPr/>
    </dgm:pt>
    <dgm:pt modelId="{B6FCF932-FE6D-45BF-8814-E985503316DB}" type="pres">
      <dgm:prSet presAssocID="{73E00613-8E6F-4825-A97A-B2D8115A0BB9}" presName="hierChild4" presStyleCnt="0"/>
      <dgm:spPr/>
    </dgm:pt>
    <dgm:pt modelId="{7D44F547-6EF4-4F19-B6DA-A41A4899A8CE}" type="pres">
      <dgm:prSet presAssocID="{73E00613-8E6F-4825-A97A-B2D8115A0BB9}" presName="hierChild5" presStyleCnt="0"/>
      <dgm:spPr/>
    </dgm:pt>
    <dgm:pt modelId="{D0AC423C-22C0-406F-A332-0492E61B73E2}" type="pres">
      <dgm:prSet presAssocID="{4653CB0E-F73B-479C-BCB3-5207016712FE}" presName="hierChild3" presStyleCnt="0"/>
      <dgm:spPr/>
    </dgm:pt>
    <dgm:pt modelId="{30B92151-081B-40F0-9BD7-6FD0E3BDC8E7}" type="pres">
      <dgm:prSet presAssocID="{E8605665-29A7-49CC-83A9-1C369CB509E7}" presName="hierRoot1" presStyleCnt="0">
        <dgm:presLayoutVars>
          <dgm:hierBranch val="init"/>
        </dgm:presLayoutVars>
      </dgm:prSet>
      <dgm:spPr/>
    </dgm:pt>
    <dgm:pt modelId="{97A31D65-A938-46A9-95DF-ABE12CA04B1D}" type="pres">
      <dgm:prSet presAssocID="{E8605665-29A7-49CC-83A9-1C369CB509E7}" presName="rootComposite1" presStyleCnt="0"/>
      <dgm:spPr/>
    </dgm:pt>
    <dgm:pt modelId="{3F718343-9EB3-44A5-929E-BF2906F8360C}" type="pres">
      <dgm:prSet presAssocID="{E8605665-29A7-49CC-83A9-1C369CB509E7}" presName="rootText1" presStyleLbl="node0" presStyleIdx="4" presStyleCnt="5">
        <dgm:presLayoutVars>
          <dgm:chPref val="3"/>
        </dgm:presLayoutVars>
      </dgm:prSet>
      <dgm:spPr/>
    </dgm:pt>
    <dgm:pt modelId="{D52F3544-7E08-4F3B-A435-EB78779E4654}" type="pres">
      <dgm:prSet presAssocID="{E8605665-29A7-49CC-83A9-1C369CB509E7}" presName="rootConnector1" presStyleLbl="node1" presStyleIdx="0" presStyleCnt="0"/>
      <dgm:spPr/>
    </dgm:pt>
    <dgm:pt modelId="{B717B818-35A2-49E4-8B42-5B4A9712CE96}" type="pres">
      <dgm:prSet presAssocID="{E8605665-29A7-49CC-83A9-1C369CB509E7}" presName="hierChild2" presStyleCnt="0"/>
      <dgm:spPr/>
    </dgm:pt>
    <dgm:pt modelId="{FFF034BE-07E0-4863-A56E-12E5A3E05178}" type="pres">
      <dgm:prSet presAssocID="{E8605665-29A7-49CC-83A9-1C369CB509E7}" presName="hierChild3" presStyleCnt="0"/>
      <dgm:spPr/>
    </dgm:pt>
  </dgm:ptLst>
  <dgm:cxnLst>
    <dgm:cxn modelId="{1DE95504-4D5B-4C5A-A1FF-9360AB92F8EA}" type="presOf" srcId="{3FEF1EB2-FC46-48DF-ACA6-40CCC408F6E9}" destId="{E438107A-BE62-4EFE-A2B7-33BEC3ADCD37}" srcOrd="0" destOrd="0" presId="urn:microsoft.com/office/officeart/2009/3/layout/HorizontalOrganizationChart"/>
    <dgm:cxn modelId="{81CEF20F-6329-4FF0-9557-C77222DC9CCE}" srcId="{464279AE-2C53-4CFD-8F2E-A2BB1F3B1A4A}" destId="{4F414BFF-5FF7-40E6-A234-4B2F20CC7A8A}" srcOrd="2" destOrd="0" parTransId="{C073573A-8729-45BA-86B7-104C50E27531}" sibTransId="{15EF046E-3E3D-436A-AC47-75662BA181C2}"/>
    <dgm:cxn modelId="{8A398020-5F88-4FE7-B62A-2D18D71768C2}" type="presOf" srcId="{E3822B95-C0D3-45CB-B12E-64B3781C743D}" destId="{9E295A5B-0BCE-4FE3-9F90-696E99572D7E}" srcOrd="0" destOrd="0" presId="urn:microsoft.com/office/officeart/2009/3/layout/HorizontalOrganizationChart"/>
    <dgm:cxn modelId="{4670B720-BD8D-4881-A747-9063C8FC3521}" type="presOf" srcId="{E3822B95-C0D3-45CB-B12E-64B3781C743D}" destId="{18B4BFC4-B3EA-4796-BC3B-8C7C2A73751E}" srcOrd="1" destOrd="0" presId="urn:microsoft.com/office/officeart/2009/3/layout/HorizontalOrganizationChart"/>
    <dgm:cxn modelId="{2110D134-B7CD-4021-A0C1-7920765D1EDA}" type="presOf" srcId="{E8605665-29A7-49CC-83A9-1C369CB509E7}" destId="{3F718343-9EB3-44A5-929E-BF2906F8360C}" srcOrd="0" destOrd="0" presId="urn:microsoft.com/office/officeart/2009/3/layout/HorizontalOrganizationChart"/>
    <dgm:cxn modelId="{B0A38236-BF6F-470D-A8BF-5A68F11F65BA}" type="presOf" srcId="{73E00613-8E6F-4825-A97A-B2D8115A0BB9}" destId="{3FD011B6-A853-4844-A6F0-0ED80227FE6A}" srcOrd="1" destOrd="0" presId="urn:microsoft.com/office/officeart/2009/3/layout/HorizontalOrganizationChart"/>
    <dgm:cxn modelId="{52C1DD38-8613-48B5-B7B7-7D24CA246C42}" type="presOf" srcId="{4653CB0E-F73B-479C-BCB3-5207016712FE}" destId="{E16DD173-BCD3-44C2-82CC-D900E7A66F1B}" srcOrd="1" destOrd="0" presId="urn:microsoft.com/office/officeart/2009/3/layout/HorizontalOrganizationChart"/>
    <dgm:cxn modelId="{9A2E6041-0032-47D2-BA9C-4B5E967FB79D}" type="presOf" srcId="{2DA766B1-54DF-42D6-900F-3143CE192703}" destId="{E2ABF511-E83E-4413-8951-3B724554CAC4}" srcOrd="0" destOrd="0" presId="urn:microsoft.com/office/officeart/2009/3/layout/HorizontalOrganizationChart"/>
    <dgm:cxn modelId="{8F66FD48-6D5A-4F02-9CE6-783AD54C04CA}" srcId="{4653CB0E-F73B-479C-BCB3-5207016712FE}" destId="{E3822B95-C0D3-45CB-B12E-64B3781C743D}" srcOrd="1" destOrd="0" parTransId="{9722E4F3-C355-45DA-8755-AE553B037D1E}" sibTransId="{001EE055-C658-4556-8CD6-5DBCB2D3363B}"/>
    <dgm:cxn modelId="{35F9124A-4B79-4C6B-9BCF-A2D13E849DC5}" srcId="{464279AE-2C53-4CFD-8F2E-A2BB1F3B1A4A}" destId="{947366B1-AC6F-4F7E-A0D5-074DA432A330}" srcOrd="1" destOrd="0" parTransId="{66797060-E634-4155-ADA6-6E59381B247D}" sibTransId="{D1D0D066-C227-45AD-945A-A9054AC292E1}"/>
    <dgm:cxn modelId="{536DD44C-BF79-4E94-B5B9-D401799DBC47}" type="presOf" srcId="{464279AE-2C53-4CFD-8F2E-A2BB1F3B1A4A}" destId="{FAAF5DCB-463E-46E3-94C7-E2D7DF9C1EC6}" srcOrd="0" destOrd="0" presId="urn:microsoft.com/office/officeart/2009/3/layout/HorizontalOrganizationChart"/>
    <dgm:cxn modelId="{2035704E-E48E-4C89-887A-5F479E4F6D83}" srcId="{464279AE-2C53-4CFD-8F2E-A2BB1F3B1A4A}" destId="{9580B0A5-561D-49AF-979A-BA723A019FFA}" srcOrd="0" destOrd="0" parTransId="{E975D95D-3CBD-4A00-B4EF-72E10A11BF8B}" sibTransId="{B1C6237B-63AB-449D-8FA2-BDD6CF9D357B}"/>
    <dgm:cxn modelId="{8D056070-7342-40D2-8927-51EE305729E3}" type="presOf" srcId="{947366B1-AC6F-4F7E-A0D5-074DA432A330}" destId="{3BA205FB-890A-4FA9-AD2E-B4D2F38BFACA}" srcOrd="0" destOrd="0" presId="urn:microsoft.com/office/officeart/2009/3/layout/HorizontalOrganizationChart"/>
    <dgm:cxn modelId="{C483B151-5299-4B95-94B8-0E88ECB554F1}" type="presOf" srcId="{E8605665-29A7-49CC-83A9-1C369CB509E7}" destId="{D52F3544-7E08-4F3B-A435-EB78779E4654}" srcOrd="1" destOrd="0" presId="urn:microsoft.com/office/officeart/2009/3/layout/HorizontalOrganizationChart"/>
    <dgm:cxn modelId="{E897D672-C960-45D1-81F3-4710F72E0768}" srcId="{4653CB0E-F73B-479C-BCB3-5207016712FE}" destId="{73E00613-8E6F-4825-A97A-B2D8115A0BB9}" srcOrd="3" destOrd="0" parTransId="{2DA766B1-54DF-42D6-900F-3143CE192703}" sibTransId="{C06517A1-9240-4C7B-B524-6EDA159D2E6C}"/>
    <dgm:cxn modelId="{E1386473-17DF-40EA-8337-7CA2E24AC4DF}" type="presOf" srcId="{73E00613-8E6F-4825-A97A-B2D8115A0BB9}" destId="{2444AA43-EE45-4E16-B8A6-D76B9C80AA4E}" srcOrd="0" destOrd="0" presId="urn:microsoft.com/office/officeart/2009/3/layout/HorizontalOrganizationChart"/>
    <dgm:cxn modelId="{F69E3D76-CF97-4C63-B947-12F4D22C71D5}" srcId="{4653CB0E-F73B-479C-BCB3-5207016712FE}" destId="{3FEF1EB2-FC46-48DF-ACA6-40CCC408F6E9}" srcOrd="0" destOrd="0" parTransId="{D89B0B1F-AB64-4D1E-971A-F042B2160873}" sibTransId="{63098CE1-645B-4D56-9528-DB79F407B4A6}"/>
    <dgm:cxn modelId="{4B829877-C527-4EB4-B98C-7C6CF18DD939}" srcId="{464279AE-2C53-4CFD-8F2E-A2BB1F3B1A4A}" destId="{E8605665-29A7-49CC-83A9-1C369CB509E7}" srcOrd="4" destOrd="0" parTransId="{BE812AE3-44C2-4102-A427-57BC8EA60BB1}" sibTransId="{0ADF9E46-2555-4C0E-B073-4143BFE5018D}"/>
    <dgm:cxn modelId="{D30B0D7A-486B-432E-83F3-CB10D0F748A6}" type="presOf" srcId="{4653CB0E-F73B-479C-BCB3-5207016712FE}" destId="{CDADE30D-E924-4E2B-8E4E-1632AECB58BC}" srcOrd="0" destOrd="0" presId="urn:microsoft.com/office/officeart/2009/3/layout/HorizontalOrganizationChart"/>
    <dgm:cxn modelId="{701FAF95-61E8-4ED6-A79F-5A234B5E37BB}" type="presOf" srcId="{4B2010E8-46FA-4981-9779-D10C6E0FF91D}" destId="{079F0CC6-7DA6-4FE6-8CDC-E9BB0BD1914D}" srcOrd="0" destOrd="0" presId="urn:microsoft.com/office/officeart/2009/3/layout/HorizontalOrganizationChart"/>
    <dgm:cxn modelId="{0BE0579C-7349-468D-A2B0-E603D9B3FA83}" srcId="{464279AE-2C53-4CFD-8F2E-A2BB1F3B1A4A}" destId="{4653CB0E-F73B-479C-BCB3-5207016712FE}" srcOrd="3" destOrd="0" parTransId="{A28826CB-8729-429C-8852-A14FF4C6B6B3}" sibTransId="{5F94DEBB-455A-4A87-A321-61C135161D03}"/>
    <dgm:cxn modelId="{8D9AC2BB-5CD8-43C2-816D-BC98910F4142}" type="presOf" srcId="{947366B1-AC6F-4F7E-A0D5-074DA432A330}" destId="{B05B5A88-4F3B-4D35-AB53-EA58ECBB9B4C}" srcOrd="1" destOrd="0" presId="urn:microsoft.com/office/officeart/2009/3/layout/HorizontalOrganizationChart"/>
    <dgm:cxn modelId="{D52606BC-B4AF-488E-A550-8434DEE44CF3}" type="presOf" srcId="{4B2010E8-46FA-4981-9779-D10C6E0FF91D}" destId="{D72FFBE3-C95F-42AC-9906-C10A7C03A803}" srcOrd="1" destOrd="0" presId="urn:microsoft.com/office/officeart/2009/3/layout/HorizontalOrganizationChart"/>
    <dgm:cxn modelId="{91F92BBC-E5BC-4B84-BEBA-72FDA1B2C055}" srcId="{4653CB0E-F73B-479C-BCB3-5207016712FE}" destId="{4B2010E8-46FA-4981-9779-D10C6E0FF91D}" srcOrd="2" destOrd="0" parTransId="{358DDE0B-149A-4FEF-AC0D-3D8E0DFAE355}" sibTransId="{E7A1CE6A-167B-4FD5-91D8-0EF2FD259EA1}"/>
    <dgm:cxn modelId="{D45F47C9-02F5-4846-B9C5-1F9E9BE07B46}" type="presOf" srcId="{3FEF1EB2-FC46-48DF-ACA6-40CCC408F6E9}" destId="{CEBBA34D-6D2B-4F8A-9A09-F4765D35C1BB}" srcOrd="1" destOrd="0" presId="urn:microsoft.com/office/officeart/2009/3/layout/HorizontalOrganizationChart"/>
    <dgm:cxn modelId="{15FEA6CB-F67B-42BD-9E88-0ABB70FF12E7}" type="presOf" srcId="{9580B0A5-561D-49AF-979A-BA723A019FFA}" destId="{908A1051-7BB9-4446-AA90-CC9C6B4CB8F3}" srcOrd="0" destOrd="0" presId="urn:microsoft.com/office/officeart/2009/3/layout/HorizontalOrganizationChart"/>
    <dgm:cxn modelId="{9EC327CC-F022-497B-9DF6-DF09BE436C1F}" type="presOf" srcId="{9580B0A5-561D-49AF-979A-BA723A019FFA}" destId="{3602020C-571B-4564-82AD-950CEF25C8BF}" srcOrd="1" destOrd="0" presId="urn:microsoft.com/office/officeart/2009/3/layout/HorizontalOrganizationChart"/>
    <dgm:cxn modelId="{6C2618D8-A695-4726-8E45-6BEA8B548F9F}" type="presOf" srcId="{4F414BFF-5FF7-40E6-A234-4B2F20CC7A8A}" destId="{9A4E311A-A5A5-46AC-83A0-C7227F950F85}" srcOrd="0" destOrd="0" presId="urn:microsoft.com/office/officeart/2009/3/layout/HorizontalOrganizationChart"/>
    <dgm:cxn modelId="{4672FDD8-D6EF-4516-8385-2FA2EFEC6205}" type="presOf" srcId="{4F414BFF-5FF7-40E6-A234-4B2F20CC7A8A}" destId="{1C42514A-F4B2-452B-A30C-1A9B3A0FBDD2}" srcOrd="1" destOrd="0" presId="urn:microsoft.com/office/officeart/2009/3/layout/HorizontalOrganizationChart"/>
    <dgm:cxn modelId="{823BEAEC-CE1F-4757-9B44-D4F176E159AA}" type="presOf" srcId="{358DDE0B-149A-4FEF-AC0D-3D8E0DFAE355}" destId="{50B00CE9-1787-49CE-A254-773334FF8CCB}" srcOrd="0" destOrd="0" presId="urn:microsoft.com/office/officeart/2009/3/layout/HorizontalOrganizationChart"/>
    <dgm:cxn modelId="{34A503EE-5520-438C-92C0-94B66EAF8B27}" type="presOf" srcId="{D89B0B1F-AB64-4D1E-971A-F042B2160873}" destId="{E206B5D7-3A26-4F89-98F2-F94A27AE2203}" srcOrd="0" destOrd="0" presId="urn:microsoft.com/office/officeart/2009/3/layout/HorizontalOrganizationChart"/>
    <dgm:cxn modelId="{8DFD11F3-C697-45A8-9A03-8435B66B6A1C}" type="presOf" srcId="{9722E4F3-C355-45DA-8755-AE553B037D1E}" destId="{1336B491-5C1C-410D-87B7-602EC8771BC2}" srcOrd="0" destOrd="0" presId="urn:microsoft.com/office/officeart/2009/3/layout/HorizontalOrganizationChart"/>
    <dgm:cxn modelId="{7F8727BD-2D0B-4840-A168-06A7DDBC2939}" type="presParOf" srcId="{FAAF5DCB-463E-46E3-94C7-E2D7DF9C1EC6}" destId="{810E5C35-D602-4069-81AB-47709C0528BD}" srcOrd="0" destOrd="0" presId="urn:microsoft.com/office/officeart/2009/3/layout/HorizontalOrganizationChart"/>
    <dgm:cxn modelId="{1076F23B-F3C0-4AB9-99A1-11F95D6043C4}" type="presParOf" srcId="{810E5C35-D602-4069-81AB-47709C0528BD}" destId="{13609C60-FF8A-466D-B9AB-F5916BFF2C07}" srcOrd="0" destOrd="0" presId="urn:microsoft.com/office/officeart/2009/3/layout/HorizontalOrganizationChart"/>
    <dgm:cxn modelId="{F585F25E-13FC-46AD-AEED-536BACE01E2A}" type="presParOf" srcId="{13609C60-FF8A-466D-B9AB-F5916BFF2C07}" destId="{908A1051-7BB9-4446-AA90-CC9C6B4CB8F3}" srcOrd="0" destOrd="0" presId="urn:microsoft.com/office/officeart/2009/3/layout/HorizontalOrganizationChart"/>
    <dgm:cxn modelId="{DF8D9358-6506-40C9-B022-0AF673F9063A}" type="presParOf" srcId="{13609C60-FF8A-466D-B9AB-F5916BFF2C07}" destId="{3602020C-571B-4564-82AD-950CEF25C8BF}" srcOrd="1" destOrd="0" presId="urn:microsoft.com/office/officeart/2009/3/layout/HorizontalOrganizationChart"/>
    <dgm:cxn modelId="{ED946313-4099-4C45-A6BF-696D4103A2BA}" type="presParOf" srcId="{810E5C35-D602-4069-81AB-47709C0528BD}" destId="{DC52D636-20D8-4CE3-B75D-36FE416AD005}" srcOrd="1" destOrd="0" presId="urn:microsoft.com/office/officeart/2009/3/layout/HorizontalOrganizationChart"/>
    <dgm:cxn modelId="{2F79B2C0-69DB-4312-9E84-FD63CAD53A48}" type="presParOf" srcId="{810E5C35-D602-4069-81AB-47709C0528BD}" destId="{8057BDA4-9B95-4B03-9F28-0CEFF810E471}" srcOrd="2" destOrd="0" presId="urn:microsoft.com/office/officeart/2009/3/layout/HorizontalOrganizationChart"/>
    <dgm:cxn modelId="{63D79638-118C-4F6D-8D38-9CDF4107F37B}" type="presParOf" srcId="{FAAF5DCB-463E-46E3-94C7-E2D7DF9C1EC6}" destId="{B17ACCF9-83B4-48EA-ACBC-C5C6A8B7D056}" srcOrd="1" destOrd="0" presId="urn:microsoft.com/office/officeart/2009/3/layout/HorizontalOrganizationChart"/>
    <dgm:cxn modelId="{6B577076-CC55-480F-B233-257D0FEB2710}" type="presParOf" srcId="{B17ACCF9-83B4-48EA-ACBC-C5C6A8B7D056}" destId="{9CD22A6A-7074-471F-9E37-F63977EFC00B}" srcOrd="0" destOrd="0" presId="urn:microsoft.com/office/officeart/2009/3/layout/HorizontalOrganizationChart"/>
    <dgm:cxn modelId="{EE94246E-5D03-44D8-9C2C-CE5F7E8B94BC}" type="presParOf" srcId="{9CD22A6A-7074-471F-9E37-F63977EFC00B}" destId="{3BA205FB-890A-4FA9-AD2E-B4D2F38BFACA}" srcOrd="0" destOrd="0" presId="urn:microsoft.com/office/officeart/2009/3/layout/HorizontalOrganizationChart"/>
    <dgm:cxn modelId="{1D1990DB-CF63-4D80-B209-CE6291C6A122}" type="presParOf" srcId="{9CD22A6A-7074-471F-9E37-F63977EFC00B}" destId="{B05B5A88-4F3B-4D35-AB53-EA58ECBB9B4C}" srcOrd="1" destOrd="0" presId="urn:microsoft.com/office/officeart/2009/3/layout/HorizontalOrganizationChart"/>
    <dgm:cxn modelId="{26B791AC-5949-4F87-A68B-2996A1B128FD}" type="presParOf" srcId="{B17ACCF9-83B4-48EA-ACBC-C5C6A8B7D056}" destId="{7C734621-1802-4BEE-8323-073E48E117DA}" srcOrd="1" destOrd="0" presId="urn:microsoft.com/office/officeart/2009/3/layout/HorizontalOrganizationChart"/>
    <dgm:cxn modelId="{6CB14B7A-B4C2-4A7E-A4D2-177A9EF71084}" type="presParOf" srcId="{B17ACCF9-83B4-48EA-ACBC-C5C6A8B7D056}" destId="{51B1A135-C05C-4962-8000-58E0A79D2D03}" srcOrd="2" destOrd="0" presId="urn:microsoft.com/office/officeart/2009/3/layout/HorizontalOrganizationChart"/>
    <dgm:cxn modelId="{A20749D2-1415-44F3-BD96-1CAEBF54EA02}" type="presParOf" srcId="{FAAF5DCB-463E-46E3-94C7-E2D7DF9C1EC6}" destId="{7DE7A5DE-0E40-4F61-8174-7F2E9933698C}" srcOrd="2" destOrd="0" presId="urn:microsoft.com/office/officeart/2009/3/layout/HorizontalOrganizationChart"/>
    <dgm:cxn modelId="{D5F7C388-D25E-469A-A559-9A626BAE70E2}" type="presParOf" srcId="{7DE7A5DE-0E40-4F61-8174-7F2E9933698C}" destId="{10450C36-BF20-43F0-B098-A0CBD95961B4}" srcOrd="0" destOrd="0" presId="urn:microsoft.com/office/officeart/2009/3/layout/HorizontalOrganizationChart"/>
    <dgm:cxn modelId="{1FAB7F37-3902-4467-A171-EE2C11F9CD7A}" type="presParOf" srcId="{10450C36-BF20-43F0-B098-A0CBD95961B4}" destId="{9A4E311A-A5A5-46AC-83A0-C7227F950F85}" srcOrd="0" destOrd="0" presId="urn:microsoft.com/office/officeart/2009/3/layout/HorizontalOrganizationChart"/>
    <dgm:cxn modelId="{2C45D6A0-6894-4175-9FC7-2871FDEFD985}" type="presParOf" srcId="{10450C36-BF20-43F0-B098-A0CBD95961B4}" destId="{1C42514A-F4B2-452B-A30C-1A9B3A0FBDD2}" srcOrd="1" destOrd="0" presId="urn:microsoft.com/office/officeart/2009/3/layout/HorizontalOrganizationChart"/>
    <dgm:cxn modelId="{551B3A82-3154-497C-A020-7018960F2A10}" type="presParOf" srcId="{7DE7A5DE-0E40-4F61-8174-7F2E9933698C}" destId="{29C061EE-C5BA-40AC-9D23-793FC82DF3CE}" srcOrd="1" destOrd="0" presId="urn:microsoft.com/office/officeart/2009/3/layout/HorizontalOrganizationChart"/>
    <dgm:cxn modelId="{E552863B-A491-4C8A-BDF0-7B6686CD63B6}" type="presParOf" srcId="{7DE7A5DE-0E40-4F61-8174-7F2E9933698C}" destId="{5FB51BC3-F97A-4E73-B45D-E7888E44297F}" srcOrd="2" destOrd="0" presId="urn:microsoft.com/office/officeart/2009/3/layout/HorizontalOrganizationChart"/>
    <dgm:cxn modelId="{A022C878-57F6-46FD-B4C4-64B87C2A3B82}" type="presParOf" srcId="{FAAF5DCB-463E-46E3-94C7-E2D7DF9C1EC6}" destId="{92EA3716-7F57-47FE-9785-C98B835F2681}" srcOrd="3" destOrd="0" presId="urn:microsoft.com/office/officeart/2009/3/layout/HorizontalOrganizationChart"/>
    <dgm:cxn modelId="{CAAE0964-F6A7-4853-80A6-4EB8F3299E66}" type="presParOf" srcId="{92EA3716-7F57-47FE-9785-C98B835F2681}" destId="{251F072B-57D7-4A59-A8CE-AC924B834E86}" srcOrd="0" destOrd="0" presId="urn:microsoft.com/office/officeart/2009/3/layout/HorizontalOrganizationChart"/>
    <dgm:cxn modelId="{91CE6225-61A1-4E35-BACD-728C16FA70B8}" type="presParOf" srcId="{251F072B-57D7-4A59-A8CE-AC924B834E86}" destId="{CDADE30D-E924-4E2B-8E4E-1632AECB58BC}" srcOrd="0" destOrd="0" presId="urn:microsoft.com/office/officeart/2009/3/layout/HorizontalOrganizationChart"/>
    <dgm:cxn modelId="{CFE3D03B-38AC-48B0-BE7D-7952E5790C76}" type="presParOf" srcId="{251F072B-57D7-4A59-A8CE-AC924B834E86}" destId="{E16DD173-BCD3-44C2-82CC-D900E7A66F1B}" srcOrd="1" destOrd="0" presId="urn:microsoft.com/office/officeart/2009/3/layout/HorizontalOrganizationChart"/>
    <dgm:cxn modelId="{6D3C5F1A-D70E-4839-B583-EA20D47E9DDE}" type="presParOf" srcId="{92EA3716-7F57-47FE-9785-C98B835F2681}" destId="{E2397D4E-5302-49CE-A368-64CE76F374E1}" srcOrd="1" destOrd="0" presId="urn:microsoft.com/office/officeart/2009/3/layout/HorizontalOrganizationChart"/>
    <dgm:cxn modelId="{C8CE7696-F8C2-4B16-81CB-27C6476F0090}" type="presParOf" srcId="{E2397D4E-5302-49CE-A368-64CE76F374E1}" destId="{E206B5D7-3A26-4F89-98F2-F94A27AE2203}" srcOrd="0" destOrd="0" presId="urn:microsoft.com/office/officeart/2009/3/layout/HorizontalOrganizationChart"/>
    <dgm:cxn modelId="{AD5C1562-79CC-44A3-A6A7-A261BE3756BA}" type="presParOf" srcId="{E2397D4E-5302-49CE-A368-64CE76F374E1}" destId="{6EB6CA61-5825-4D20-B8EC-926FA191BDD9}" srcOrd="1" destOrd="0" presId="urn:microsoft.com/office/officeart/2009/3/layout/HorizontalOrganizationChart"/>
    <dgm:cxn modelId="{A59B4BE0-938B-422D-BC22-BB337E7C8D8F}" type="presParOf" srcId="{6EB6CA61-5825-4D20-B8EC-926FA191BDD9}" destId="{17B822E4-621C-4E33-9986-30B83DD64AC7}" srcOrd="0" destOrd="0" presId="urn:microsoft.com/office/officeart/2009/3/layout/HorizontalOrganizationChart"/>
    <dgm:cxn modelId="{42DC8936-4854-4101-90A5-D228E04E1F5F}" type="presParOf" srcId="{17B822E4-621C-4E33-9986-30B83DD64AC7}" destId="{E438107A-BE62-4EFE-A2B7-33BEC3ADCD37}" srcOrd="0" destOrd="0" presId="urn:microsoft.com/office/officeart/2009/3/layout/HorizontalOrganizationChart"/>
    <dgm:cxn modelId="{AD093C65-DBEF-4819-BB87-F58AB687F236}" type="presParOf" srcId="{17B822E4-621C-4E33-9986-30B83DD64AC7}" destId="{CEBBA34D-6D2B-4F8A-9A09-F4765D35C1BB}" srcOrd="1" destOrd="0" presId="urn:microsoft.com/office/officeart/2009/3/layout/HorizontalOrganizationChart"/>
    <dgm:cxn modelId="{7DB48D20-A327-48F0-9316-4D6C06E25E05}" type="presParOf" srcId="{6EB6CA61-5825-4D20-B8EC-926FA191BDD9}" destId="{68F50FDE-0774-4D2B-A124-B09F17B63D96}" srcOrd="1" destOrd="0" presId="urn:microsoft.com/office/officeart/2009/3/layout/HorizontalOrganizationChart"/>
    <dgm:cxn modelId="{34262471-1551-40FF-A8A0-8D84B7A5D56B}" type="presParOf" srcId="{6EB6CA61-5825-4D20-B8EC-926FA191BDD9}" destId="{15FBB41F-0A5E-4386-80EB-2703C7094A40}" srcOrd="2" destOrd="0" presId="urn:microsoft.com/office/officeart/2009/3/layout/HorizontalOrganizationChart"/>
    <dgm:cxn modelId="{46D28BE8-D617-45B3-A4CA-7BB5C4F21FF3}" type="presParOf" srcId="{E2397D4E-5302-49CE-A368-64CE76F374E1}" destId="{1336B491-5C1C-410D-87B7-602EC8771BC2}" srcOrd="2" destOrd="0" presId="urn:microsoft.com/office/officeart/2009/3/layout/HorizontalOrganizationChart"/>
    <dgm:cxn modelId="{5A4D4DAE-BB22-41FE-8141-B40800718B8E}" type="presParOf" srcId="{E2397D4E-5302-49CE-A368-64CE76F374E1}" destId="{76E31C1C-29B6-4A4F-ABF3-B55A86C9D531}" srcOrd="3" destOrd="0" presId="urn:microsoft.com/office/officeart/2009/3/layout/HorizontalOrganizationChart"/>
    <dgm:cxn modelId="{12434913-B800-4E49-A608-C3C0BDC6D89C}" type="presParOf" srcId="{76E31C1C-29B6-4A4F-ABF3-B55A86C9D531}" destId="{5FE24AC3-DB81-4DD1-88F3-D4A86B3FE488}" srcOrd="0" destOrd="0" presId="urn:microsoft.com/office/officeart/2009/3/layout/HorizontalOrganizationChart"/>
    <dgm:cxn modelId="{5882FF83-B02A-4183-867E-C0F35A5555EE}" type="presParOf" srcId="{5FE24AC3-DB81-4DD1-88F3-D4A86B3FE488}" destId="{9E295A5B-0BCE-4FE3-9F90-696E99572D7E}" srcOrd="0" destOrd="0" presId="urn:microsoft.com/office/officeart/2009/3/layout/HorizontalOrganizationChart"/>
    <dgm:cxn modelId="{F8777D55-7144-4E46-8006-054A45546F90}" type="presParOf" srcId="{5FE24AC3-DB81-4DD1-88F3-D4A86B3FE488}" destId="{18B4BFC4-B3EA-4796-BC3B-8C7C2A73751E}" srcOrd="1" destOrd="0" presId="urn:microsoft.com/office/officeart/2009/3/layout/HorizontalOrganizationChart"/>
    <dgm:cxn modelId="{A9B1080F-0C1D-460B-9996-5C7083F056F2}" type="presParOf" srcId="{76E31C1C-29B6-4A4F-ABF3-B55A86C9D531}" destId="{C4B6AB00-FB72-4FDE-8B18-865ED6A5B690}" srcOrd="1" destOrd="0" presId="urn:microsoft.com/office/officeart/2009/3/layout/HorizontalOrganizationChart"/>
    <dgm:cxn modelId="{C4455FFC-2FDD-4A10-BB01-471D34D42880}" type="presParOf" srcId="{76E31C1C-29B6-4A4F-ABF3-B55A86C9D531}" destId="{45D0525C-955A-4240-8226-9A771F981FAB}" srcOrd="2" destOrd="0" presId="urn:microsoft.com/office/officeart/2009/3/layout/HorizontalOrganizationChart"/>
    <dgm:cxn modelId="{B05DA0BD-2E7E-4FCF-802B-95F8EEB531F1}" type="presParOf" srcId="{E2397D4E-5302-49CE-A368-64CE76F374E1}" destId="{50B00CE9-1787-49CE-A254-773334FF8CCB}" srcOrd="4" destOrd="0" presId="urn:microsoft.com/office/officeart/2009/3/layout/HorizontalOrganizationChart"/>
    <dgm:cxn modelId="{B73E7DF2-7163-4B6A-A62C-5297AB3A129F}" type="presParOf" srcId="{E2397D4E-5302-49CE-A368-64CE76F374E1}" destId="{77A9ED35-C930-46EE-97B5-878A7AE6B4D5}" srcOrd="5" destOrd="0" presId="urn:microsoft.com/office/officeart/2009/3/layout/HorizontalOrganizationChart"/>
    <dgm:cxn modelId="{34675E0C-50CE-44AD-836D-BF256C266FA6}" type="presParOf" srcId="{77A9ED35-C930-46EE-97B5-878A7AE6B4D5}" destId="{6278D827-3AA4-4A50-8E44-85DDBD7F82D6}" srcOrd="0" destOrd="0" presId="urn:microsoft.com/office/officeart/2009/3/layout/HorizontalOrganizationChart"/>
    <dgm:cxn modelId="{24BFE29B-502D-4790-AADC-37F681AEB679}" type="presParOf" srcId="{6278D827-3AA4-4A50-8E44-85DDBD7F82D6}" destId="{079F0CC6-7DA6-4FE6-8CDC-E9BB0BD1914D}" srcOrd="0" destOrd="0" presId="urn:microsoft.com/office/officeart/2009/3/layout/HorizontalOrganizationChart"/>
    <dgm:cxn modelId="{864EB318-A528-430A-82BD-1105346CC086}" type="presParOf" srcId="{6278D827-3AA4-4A50-8E44-85DDBD7F82D6}" destId="{D72FFBE3-C95F-42AC-9906-C10A7C03A803}" srcOrd="1" destOrd="0" presId="urn:microsoft.com/office/officeart/2009/3/layout/HorizontalOrganizationChart"/>
    <dgm:cxn modelId="{E110CDB9-33DE-427B-A9AA-ACD4BDB65C96}" type="presParOf" srcId="{77A9ED35-C930-46EE-97B5-878A7AE6B4D5}" destId="{D4E52FFF-17B8-4407-8C30-867EC3FB1B2B}" srcOrd="1" destOrd="0" presId="urn:microsoft.com/office/officeart/2009/3/layout/HorizontalOrganizationChart"/>
    <dgm:cxn modelId="{D05880DC-6CF0-449F-8FEC-1B460E9A8F94}" type="presParOf" srcId="{77A9ED35-C930-46EE-97B5-878A7AE6B4D5}" destId="{9FC04CC8-E37E-4AC8-AC21-019273940318}" srcOrd="2" destOrd="0" presId="urn:microsoft.com/office/officeart/2009/3/layout/HorizontalOrganizationChart"/>
    <dgm:cxn modelId="{CECA36C8-77F5-436C-B4B5-B4E369325B20}" type="presParOf" srcId="{E2397D4E-5302-49CE-A368-64CE76F374E1}" destId="{E2ABF511-E83E-4413-8951-3B724554CAC4}" srcOrd="6" destOrd="0" presId="urn:microsoft.com/office/officeart/2009/3/layout/HorizontalOrganizationChart"/>
    <dgm:cxn modelId="{13B0AC69-1BCE-492F-88CE-DFCF74232A16}" type="presParOf" srcId="{E2397D4E-5302-49CE-A368-64CE76F374E1}" destId="{918AE586-B610-461E-938E-F78FCE2023D0}" srcOrd="7" destOrd="0" presId="urn:microsoft.com/office/officeart/2009/3/layout/HorizontalOrganizationChart"/>
    <dgm:cxn modelId="{E3F77454-7800-4894-8C3C-7793B3ECEFE2}" type="presParOf" srcId="{918AE586-B610-461E-938E-F78FCE2023D0}" destId="{10137B79-C6E7-4844-A190-07F4C3A3C5E2}" srcOrd="0" destOrd="0" presId="urn:microsoft.com/office/officeart/2009/3/layout/HorizontalOrganizationChart"/>
    <dgm:cxn modelId="{76A9E6C5-9B04-48EA-BF2C-FBF728E8516D}" type="presParOf" srcId="{10137B79-C6E7-4844-A190-07F4C3A3C5E2}" destId="{2444AA43-EE45-4E16-B8A6-D76B9C80AA4E}" srcOrd="0" destOrd="0" presId="urn:microsoft.com/office/officeart/2009/3/layout/HorizontalOrganizationChart"/>
    <dgm:cxn modelId="{6A09F7E7-E9B7-4A22-8061-CED18E0BAECB}" type="presParOf" srcId="{10137B79-C6E7-4844-A190-07F4C3A3C5E2}" destId="{3FD011B6-A853-4844-A6F0-0ED80227FE6A}" srcOrd="1" destOrd="0" presId="urn:microsoft.com/office/officeart/2009/3/layout/HorizontalOrganizationChart"/>
    <dgm:cxn modelId="{6470531F-657A-4ADF-BB52-138EE943313D}" type="presParOf" srcId="{918AE586-B610-461E-938E-F78FCE2023D0}" destId="{B6FCF932-FE6D-45BF-8814-E985503316DB}" srcOrd="1" destOrd="0" presId="urn:microsoft.com/office/officeart/2009/3/layout/HorizontalOrganizationChart"/>
    <dgm:cxn modelId="{4BC02A91-7360-4173-BB08-A7B54660A917}" type="presParOf" srcId="{918AE586-B610-461E-938E-F78FCE2023D0}" destId="{7D44F547-6EF4-4F19-B6DA-A41A4899A8CE}" srcOrd="2" destOrd="0" presId="urn:microsoft.com/office/officeart/2009/3/layout/HorizontalOrganizationChart"/>
    <dgm:cxn modelId="{6EE41874-B1A7-436E-8392-A8B91522294C}" type="presParOf" srcId="{92EA3716-7F57-47FE-9785-C98B835F2681}" destId="{D0AC423C-22C0-406F-A332-0492E61B73E2}" srcOrd="2" destOrd="0" presId="urn:microsoft.com/office/officeart/2009/3/layout/HorizontalOrganizationChart"/>
    <dgm:cxn modelId="{E16BCE6F-085D-4F6B-8EB7-AE3EA7C2B04D}" type="presParOf" srcId="{FAAF5DCB-463E-46E3-94C7-E2D7DF9C1EC6}" destId="{30B92151-081B-40F0-9BD7-6FD0E3BDC8E7}" srcOrd="4" destOrd="0" presId="urn:microsoft.com/office/officeart/2009/3/layout/HorizontalOrganizationChart"/>
    <dgm:cxn modelId="{AB5ED4D9-39C2-4D52-85ED-3999E529089A}" type="presParOf" srcId="{30B92151-081B-40F0-9BD7-6FD0E3BDC8E7}" destId="{97A31D65-A938-46A9-95DF-ABE12CA04B1D}" srcOrd="0" destOrd="0" presId="urn:microsoft.com/office/officeart/2009/3/layout/HorizontalOrganizationChart"/>
    <dgm:cxn modelId="{17B8B841-CBB3-49D9-A367-B479050D3E3D}" type="presParOf" srcId="{97A31D65-A938-46A9-95DF-ABE12CA04B1D}" destId="{3F718343-9EB3-44A5-929E-BF2906F8360C}" srcOrd="0" destOrd="0" presId="urn:microsoft.com/office/officeart/2009/3/layout/HorizontalOrganizationChart"/>
    <dgm:cxn modelId="{1A0B476B-9624-453C-ACA4-4D647468E734}" type="presParOf" srcId="{97A31D65-A938-46A9-95DF-ABE12CA04B1D}" destId="{D52F3544-7E08-4F3B-A435-EB78779E4654}" srcOrd="1" destOrd="0" presId="urn:microsoft.com/office/officeart/2009/3/layout/HorizontalOrganizationChart"/>
    <dgm:cxn modelId="{1909AA2D-B39A-4E95-B6D8-3236F154ABDA}" type="presParOf" srcId="{30B92151-081B-40F0-9BD7-6FD0E3BDC8E7}" destId="{B717B818-35A2-49E4-8B42-5B4A9712CE96}" srcOrd="1" destOrd="0" presId="urn:microsoft.com/office/officeart/2009/3/layout/HorizontalOrganizationChart"/>
    <dgm:cxn modelId="{B7292FA4-A8F2-4DD1-BE06-C548CA5EF466}" type="presParOf" srcId="{30B92151-081B-40F0-9BD7-6FD0E3BDC8E7}" destId="{FFF034BE-07E0-4863-A56E-12E5A3E05178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8511F9E-63DE-4920-B67E-7217E4954B9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BBCCDA5-ADE4-4C1F-BCE8-A3F339B0E81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Identified high-demand routes with elevated fares and limited low-cost presence</a:t>
          </a:r>
        </a:p>
      </dgm:t>
    </dgm:pt>
    <dgm:pt modelId="{C2BE20D8-0808-4189-A3EB-26AF5DE793BB}" type="parTrans" cxnId="{5F2E5D66-F586-4C7A-8C1B-D355217273C1}">
      <dgm:prSet/>
      <dgm:spPr/>
      <dgm:t>
        <a:bodyPr/>
        <a:lstStyle/>
        <a:p>
          <a:endParaRPr lang="en-US"/>
        </a:p>
      </dgm:t>
    </dgm:pt>
    <dgm:pt modelId="{BD05CFCA-5B47-42DB-A095-2907F36B9FF7}" type="sibTrans" cxnId="{5F2E5D66-F586-4C7A-8C1B-D355217273C1}">
      <dgm:prSet/>
      <dgm:spPr/>
      <dgm:t>
        <a:bodyPr/>
        <a:lstStyle/>
        <a:p>
          <a:endParaRPr lang="en-US"/>
        </a:p>
      </dgm:t>
    </dgm:pt>
    <dgm:pt modelId="{70C39022-11CD-4835-ACEC-7C941BCAB7F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Strongest opportunities found in mid to long distance markets</a:t>
          </a:r>
        </a:p>
      </dgm:t>
    </dgm:pt>
    <dgm:pt modelId="{D1CC6369-3C79-421B-9DC3-865256D1379E}" type="parTrans" cxnId="{A657E92B-DFF4-405E-8D0C-CE9C7A5214BC}">
      <dgm:prSet/>
      <dgm:spPr/>
      <dgm:t>
        <a:bodyPr/>
        <a:lstStyle/>
        <a:p>
          <a:endParaRPr lang="en-US"/>
        </a:p>
      </dgm:t>
    </dgm:pt>
    <dgm:pt modelId="{8516E939-76CF-4446-BB53-AA7C2F044693}" type="sibTrans" cxnId="{A657E92B-DFF4-405E-8D0C-CE9C7A5214BC}">
      <dgm:prSet/>
      <dgm:spPr/>
      <dgm:t>
        <a:bodyPr/>
        <a:lstStyle/>
        <a:p>
          <a:endParaRPr lang="en-US"/>
        </a:p>
      </dgm:t>
    </dgm:pt>
    <dgm:pt modelId="{279C8E8C-7689-4001-8A5A-CF09CBE4BCE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Results support data-driven route expansion decisions</a:t>
          </a:r>
        </a:p>
      </dgm:t>
    </dgm:pt>
    <dgm:pt modelId="{92654A35-185B-4288-B185-5D5FDF341797}" type="parTrans" cxnId="{94428C01-B821-4C99-8114-0D4FDF679F9C}">
      <dgm:prSet/>
      <dgm:spPr/>
      <dgm:t>
        <a:bodyPr/>
        <a:lstStyle/>
        <a:p>
          <a:endParaRPr lang="en-US"/>
        </a:p>
      </dgm:t>
    </dgm:pt>
    <dgm:pt modelId="{BB8A8C2A-E9DE-4791-A2C0-5134AE4598CB}" type="sibTrans" cxnId="{94428C01-B821-4C99-8114-0D4FDF679F9C}">
      <dgm:prSet/>
      <dgm:spPr/>
      <dgm:t>
        <a:bodyPr/>
        <a:lstStyle/>
        <a:p>
          <a:endParaRPr lang="en-US"/>
        </a:p>
      </dgm:t>
    </dgm:pt>
    <dgm:pt modelId="{70CC2687-63CA-43D6-BF61-739ADD273B66}" type="pres">
      <dgm:prSet presAssocID="{18511F9E-63DE-4920-B67E-7217E4954B97}" presName="root" presStyleCnt="0">
        <dgm:presLayoutVars>
          <dgm:dir/>
          <dgm:resizeHandles val="exact"/>
        </dgm:presLayoutVars>
      </dgm:prSet>
      <dgm:spPr/>
    </dgm:pt>
    <dgm:pt modelId="{01455B47-6944-4DD5-B2E1-A2CFC5E2627B}" type="pres">
      <dgm:prSet presAssocID="{7BBCCDA5-ADE4-4C1F-BCE8-A3F339B0E813}" presName="compNode" presStyleCnt="0"/>
      <dgm:spPr/>
    </dgm:pt>
    <dgm:pt modelId="{EFDA61AA-6725-4FCE-99CD-9CD5C959E4D3}" type="pres">
      <dgm:prSet presAssocID="{7BBCCDA5-ADE4-4C1F-BCE8-A3F339B0E813}" presName="bgRect" presStyleLbl="bgShp" presStyleIdx="0" presStyleCnt="3"/>
      <dgm:spPr/>
    </dgm:pt>
    <dgm:pt modelId="{494D7991-29F2-4C4B-898A-954C8BFD4809}" type="pres">
      <dgm:prSet presAssocID="{7BBCCDA5-ADE4-4C1F-BCE8-A3F339B0E813}" presName="iconRect" presStyleLbl="node1" presStyleIdx="0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graph with upward trend with solid fill"/>
        </a:ext>
      </dgm:extLst>
    </dgm:pt>
    <dgm:pt modelId="{E43E251C-CC99-4B4B-A064-0418C699D40E}" type="pres">
      <dgm:prSet presAssocID="{7BBCCDA5-ADE4-4C1F-BCE8-A3F339B0E813}" presName="spaceRect" presStyleCnt="0"/>
      <dgm:spPr/>
    </dgm:pt>
    <dgm:pt modelId="{C82BBF63-B338-420D-97A1-55D4B9D7F2E7}" type="pres">
      <dgm:prSet presAssocID="{7BBCCDA5-ADE4-4C1F-BCE8-A3F339B0E813}" presName="parTx" presStyleLbl="revTx" presStyleIdx="0" presStyleCnt="3">
        <dgm:presLayoutVars>
          <dgm:chMax val="0"/>
          <dgm:chPref val="0"/>
        </dgm:presLayoutVars>
      </dgm:prSet>
      <dgm:spPr/>
    </dgm:pt>
    <dgm:pt modelId="{E63F2186-B76B-48E4-BFD2-4DA5657369F0}" type="pres">
      <dgm:prSet presAssocID="{BD05CFCA-5B47-42DB-A095-2907F36B9FF7}" presName="sibTrans" presStyleCnt="0"/>
      <dgm:spPr/>
    </dgm:pt>
    <dgm:pt modelId="{8F55EF72-18ED-4745-8E2A-C1EA3B237995}" type="pres">
      <dgm:prSet presAssocID="{70C39022-11CD-4835-ACEC-7C941BCAB7F1}" presName="compNode" presStyleCnt="0"/>
      <dgm:spPr/>
    </dgm:pt>
    <dgm:pt modelId="{3AD74AC7-075A-4E28-915A-48755266C2DD}" type="pres">
      <dgm:prSet presAssocID="{70C39022-11CD-4835-ACEC-7C941BCAB7F1}" presName="bgRect" presStyleLbl="bgShp" presStyleIdx="1" presStyleCnt="3"/>
      <dgm:spPr/>
    </dgm:pt>
    <dgm:pt modelId="{E1B46BF9-8751-493F-BBE9-EAAE8B1A9FE2}" type="pres">
      <dgm:prSet presAssocID="{70C39022-11CD-4835-ACEC-7C941BCAB7F1}" presName="iconRect" presStyleLbl="node1" presStyleIdx="1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lane Window with solid fill"/>
        </a:ext>
      </dgm:extLst>
    </dgm:pt>
    <dgm:pt modelId="{99776EC6-91EB-428F-8966-ECCB24BD97AD}" type="pres">
      <dgm:prSet presAssocID="{70C39022-11CD-4835-ACEC-7C941BCAB7F1}" presName="spaceRect" presStyleCnt="0"/>
      <dgm:spPr/>
    </dgm:pt>
    <dgm:pt modelId="{9D21033D-A22D-4C6C-928D-7088F43CA00D}" type="pres">
      <dgm:prSet presAssocID="{70C39022-11CD-4835-ACEC-7C941BCAB7F1}" presName="parTx" presStyleLbl="revTx" presStyleIdx="1" presStyleCnt="3">
        <dgm:presLayoutVars>
          <dgm:chMax val="0"/>
          <dgm:chPref val="0"/>
        </dgm:presLayoutVars>
      </dgm:prSet>
      <dgm:spPr/>
    </dgm:pt>
    <dgm:pt modelId="{1949238D-E4A9-44DF-9943-CFA0E1D9F17F}" type="pres">
      <dgm:prSet presAssocID="{8516E939-76CF-4446-BB53-AA7C2F044693}" presName="sibTrans" presStyleCnt="0"/>
      <dgm:spPr/>
    </dgm:pt>
    <dgm:pt modelId="{065EA21E-7D5D-48BD-B4DE-6A10B6AA82D2}" type="pres">
      <dgm:prSet presAssocID="{279C8E8C-7689-4001-8A5A-CF09CBE4BCE1}" presName="compNode" presStyleCnt="0"/>
      <dgm:spPr/>
    </dgm:pt>
    <dgm:pt modelId="{FEAF33C9-3AA0-4FA0-AA00-B99A8727B3E6}" type="pres">
      <dgm:prSet presAssocID="{279C8E8C-7689-4001-8A5A-CF09CBE4BCE1}" presName="bgRect" presStyleLbl="bgShp" presStyleIdx="2" presStyleCnt="3"/>
      <dgm:spPr/>
    </dgm:pt>
    <dgm:pt modelId="{6F3A4C29-9034-47D4-AC54-F6396C671FDD}" type="pres">
      <dgm:prSet presAssocID="{279C8E8C-7689-4001-8A5A-CF09CBE4BCE1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p with pin"/>
        </a:ext>
      </dgm:extLst>
    </dgm:pt>
    <dgm:pt modelId="{9821409B-3F46-446B-A90E-80108AB44648}" type="pres">
      <dgm:prSet presAssocID="{279C8E8C-7689-4001-8A5A-CF09CBE4BCE1}" presName="spaceRect" presStyleCnt="0"/>
      <dgm:spPr/>
    </dgm:pt>
    <dgm:pt modelId="{8B555F65-0109-4E88-9668-390602463325}" type="pres">
      <dgm:prSet presAssocID="{279C8E8C-7689-4001-8A5A-CF09CBE4BCE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4428C01-B821-4C99-8114-0D4FDF679F9C}" srcId="{18511F9E-63DE-4920-B67E-7217E4954B97}" destId="{279C8E8C-7689-4001-8A5A-CF09CBE4BCE1}" srcOrd="2" destOrd="0" parTransId="{92654A35-185B-4288-B185-5D5FDF341797}" sibTransId="{BB8A8C2A-E9DE-4791-A2C0-5134AE4598CB}"/>
    <dgm:cxn modelId="{A657E92B-DFF4-405E-8D0C-CE9C7A5214BC}" srcId="{18511F9E-63DE-4920-B67E-7217E4954B97}" destId="{70C39022-11CD-4835-ACEC-7C941BCAB7F1}" srcOrd="1" destOrd="0" parTransId="{D1CC6369-3C79-421B-9DC3-865256D1379E}" sibTransId="{8516E939-76CF-4446-BB53-AA7C2F044693}"/>
    <dgm:cxn modelId="{8672EC3B-A216-4346-81E7-FC8B3976F7EE}" type="presOf" srcId="{18511F9E-63DE-4920-B67E-7217E4954B97}" destId="{70CC2687-63CA-43D6-BF61-739ADD273B66}" srcOrd="0" destOrd="0" presId="urn:microsoft.com/office/officeart/2018/2/layout/IconVerticalSolidList"/>
    <dgm:cxn modelId="{C3A12F60-261A-4331-8F0D-10B20802A954}" type="presOf" srcId="{7BBCCDA5-ADE4-4C1F-BCE8-A3F339B0E813}" destId="{C82BBF63-B338-420D-97A1-55D4B9D7F2E7}" srcOrd="0" destOrd="0" presId="urn:microsoft.com/office/officeart/2018/2/layout/IconVerticalSolidList"/>
    <dgm:cxn modelId="{5F2E5D66-F586-4C7A-8C1B-D355217273C1}" srcId="{18511F9E-63DE-4920-B67E-7217E4954B97}" destId="{7BBCCDA5-ADE4-4C1F-BCE8-A3F339B0E813}" srcOrd="0" destOrd="0" parTransId="{C2BE20D8-0808-4189-A3EB-26AF5DE793BB}" sibTransId="{BD05CFCA-5B47-42DB-A095-2907F36B9FF7}"/>
    <dgm:cxn modelId="{0E4DA6D9-D029-4960-838E-E1494158C780}" type="presOf" srcId="{279C8E8C-7689-4001-8A5A-CF09CBE4BCE1}" destId="{8B555F65-0109-4E88-9668-390602463325}" srcOrd="0" destOrd="0" presId="urn:microsoft.com/office/officeart/2018/2/layout/IconVerticalSolidList"/>
    <dgm:cxn modelId="{1010D8E7-F5A5-4319-B517-BF67DB575C13}" type="presOf" srcId="{70C39022-11CD-4835-ACEC-7C941BCAB7F1}" destId="{9D21033D-A22D-4C6C-928D-7088F43CA00D}" srcOrd="0" destOrd="0" presId="urn:microsoft.com/office/officeart/2018/2/layout/IconVerticalSolidList"/>
    <dgm:cxn modelId="{CD92DE7D-A28A-440B-A695-655E2AEC8706}" type="presParOf" srcId="{70CC2687-63CA-43D6-BF61-739ADD273B66}" destId="{01455B47-6944-4DD5-B2E1-A2CFC5E2627B}" srcOrd="0" destOrd="0" presId="urn:microsoft.com/office/officeart/2018/2/layout/IconVerticalSolidList"/>
    <dgm:cxn modelId="{EB76104E-DF7E-41B4-AF47-09F1A7926448}" type="presParOf" srcId="{01455B47-6944-4DD5-B2E1-A2CFC5E2627B}" destId="{EFDA61AA-6725-4FCE-99CD-9CD5C959E4D3}" srcOrd="0" destOrd="0" presId="urn:microsoft.com/office/officeart/2018/2/layout/IconVerticalSolidList"/>
    <dgm:cxn modelId="{85032D59-65B6-45DF-A42C-F370162E6AD6}" type="presParOf" srcId="{01455B47-6944-4DD5-B2E1-A2CFC5E2627B}" destId="{494D7991-29F2-4C4B-898A-954C8BFD4809}" srcOrd="1" destOrd="0" presId="urn:microsoft.com/office/officeart/2018/2/layout/IconVerticalSolidList"/>
    <dgm:cxn modelId="{753DAF8D-C301-43C7-90C4-70776663F441}" type="presParOf" srcId="{01455B47-6944-4DD5-B2E1-A2CFC5E2627B}" destId="{E43E251C-CC99-4B4B-A064-0418C699D40E}" srcOrd="2" destOrd="0" presId="urn:microsoft.com/office/officeart/2018/2/layout/IconVerticalSolidList"/>
    <dgm:cxn modelId="{2888E48E-B2CB-4617-A1E9-97089A9C3556}" type="presParOf" srcId="{01455B47-6944-4DD5-B2E1-A2CFC5E2627B}" destId="{C82BBF63-B338-420D-97A1-55D4B9D7F2E7}" srcOrd="3" destOrd="0" presId="urn:microsoft.com/office/officeart/2018/2/layout/IconVerticalSolidList"/>
    <dgm:cxn modelId="{590A4879-9681-42C3-B3EA-92C049580D95}" type="presParOf" srcId="{70CC2687-63CA-43D6-BF61-739ADD273B66}" destId="{E63F2186-B76B-48E4-BFD2-4DA5657369F0}" srcOrd="1" destOrd="0" presId="urn:microsoft.com/office/officeart/2018/2/layout/IconVerticalSolidList"/>
    <dgm:cxn modelId="{DDB8A911-E23E-404A-9615-06F138E3238D}" type="presParOf" srcId="{70CC2687-63CA-43D6-BF61-739ADD273B66}" destId="{8F55EF72-18ED-4745-8E2A-C1EA3B237995}" srcOrd="2" destOrd="0" presId="urn:microsoft.com/office/officeart/2018/2/layout/IconVerticalSolidList"/>
    <dgm:cxn modelId="{1EFF0DBA-1787-4310-9828-196B0EB8F7FB}" type="presParOf" srcId="{8F55EF72-18ED-4745-8E2A-C1EA3B237995}" destId="{3AD74AC7-075A-4E28-915A-48755266C2DD}" srcOrd="0" destOrd="0" presId="urn:microsoft.com/office/officeart/2018/2/layout/IconVerticalSolidList"/>
    <dgm:cxn modelId="{513C0CA8-18C2-4DFF-B4E6-BC843C541C80}" type="presParOf" srcId="{8F55EF72-18ED-4745-8E2A-C1EA3B237995}" destId="{E1B46BF9-8751-493F-BBE9-EAAE8B1A9FE2}" srcOrd="1" destOrd="0" presId="urn:microsoft.com/office/officeart/2018/2/layout/IconVerticalSolidList"/>
    <dgm:cxn modelId="{1B54C993-3734-4AEF-A7D3-B108B3358965}" type="presParOf" srcId="{8F55EF72-18ED-4745-8E2A-C1EA3B237995}" destId="{99776EC6-91EB-428F-8966-ECCB24BD97AD}" srcOrd="2" destOrd="0" presId="urn:microsoft.com/office/officeart/2018/2/layout/IconVerticalSolidList"/>
    <dgm:cxn modelId="{86D61EE5-C994-4FBC-90F9-7DAB527339D2}" type="presParOf" srcId="{8F55EF72-18ED-4745-8E2A-C1EA3B237995}" destId="{9D21033D-A22D-4C6C-928D-7088F43CA00D}" srcOrd="3" destOrd="0" presId="urn:microsoft.com/office/officeart/2018/2/layout/IconVerticalSolidList"/>
    <dgm:cxn modelId="{854B0930-2940-4944-B2D3-0965D551B162}" type="presParOf" srcId="{70CC2687-63CA-43D6-BF61-739ADD273B66}" destId="{1949238D-E4A9-44DF-9943-CFA0E1D9F17F}" srcOrd="3" destOrd="0" presId="urn:microsoft.com/office/officeart/2018/2/layout/IconVerticalSolidList"/>
    <dgm:cxn modelId="{F6F291DC-FAA0-46C6-BACB-2F458D73B8C6}" type="presParOf" srcId="{70CC2687-63CA-43D6-BF61-739ADD273B66}" destId="{065EA21E-7D5D-48BD-B4DE-6A10B6AA82D2}" srcOrd="4" destOrd="0" presId="urn:microsoft.com/office/officeart/2018/2/layout/IconVerticalSolidList"/>
    <dgm:cxn modelId="{AF4ACDB7-8EAE-468A-BEE1-8BFBFA976345}" type="presParOf" srcId="{065EA21E-7D5D-48BD-B4DE-6A10B6AA82D2}" destId="{FEAF33C9-3AA0-4FA0-AA00-B99A8727B3E6}" srcOrd="0" destOrd="0" presId="urn:microsoft.com/office/officeart/2018/2/layout/IconVerticalSolidList"/>
    <dgm:cxn modelId="{376E13B9-ABFB-4F74-A417-8691C3B97720}" type="presParOf" srcId="{065EA21E-7D5D-48BD-B4DE-6A10B6AA82D2}" destId="{6F3A4C29-9034-47D4-AC54-F6396C671FDD}" srcOrd="1" destOrd="0" presId="urn:microsoft.com/office/officeart/2018/2/layout/IconVerticalSolidList"/>
    <dgm:cxn modelId="{2DFE7A67-C4CF-4E90-BA83-66AD60AA39F0}" type="presParOf" srcId="{065EA21E-7D5D-48BD-B4DE-6A10B6AA82D2}" destId="{9821409B-3F46-446B-A90E-80108AB44648}" srcOrd="2" destOrd="0" presId="urn:microsoft.com/office/officeart/2018/2/layout/IconVerticalSolidList"/>
    <dgm:cxn modelId="{FB7C2734-8382-43EE-A10A-F30C17CFE237}" type="presParOf" srcId="{065EA21E-7D5D-48BD-B4DE-6A10B6AA82D2}" destId="{8B555F65-0109-4E88-9668-39060246332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8500FB-0443-4D3C-A6DA-5B902F90B6F9}">
      <dsp:nvSpPr>
        <dsp:cNvPr id="0" name=""/>
        <dsp:cNvSpPr/>
      </dsp:nvSpPr>
      <dsp:spPr>
        <a:xfrm>
          <a:off x="3268" y="1019605"/>
          <a:ext cx="2333541" cy="14817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FD2AB8-4B8E-49E8-90C3-365F2DEF6D64}">
      <dsp:nvSpPr>
        <dsp:cNvPr id="0" name=""/>
        <dsp:cNvSpPr/>
      </dsp:nvSpPr>
      <dsp:spPr>
        <a:xfrm>
          <a:off x="262550" y="1265923"/>
          <a:ext cx="2333541" cy="14817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Airlines need to identify profitable new routes for expansion</a:t>
          </a:r>
        </a:p>
      </dsp:txBody>
      <dsp:txXfrm>
        <a:off x="305950" y="1309323"/>
        <a:ext cx="2246741" cy="1394998"/>
      </dsp:txXfrm>
    </dsp:sp>
    <dsp:sp modelId="{2E059169-0EEA-486C-9BF2-8010C97D56FA}">
      <dsp:nvSpPr>
        <dsp:cNvPr id="0" name=""/>
        <dsp:cNvSpPr/>
      </dsp:nvSpPr>
      <dsp:spPr>
        <a:xfrm>
          <a:off x="2855374" y="1019605"/>
          <a:ext cx="2333541" cy="14817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D124A2-6F5B-4E4B-BE77-615A94A4DC18}">
      <dsp:nvSpPr>
        <dsp:cNvPr id="0" name=""/>
        <dsp:cNvSpPr/>
      </dsp:nvSpPr>
      <dsp:spPr>
        <a:xfrm>
          <a:off x="3114657" y="1265923"/>
          <a:ext cx="2333541" cy="14817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Many markets may be overpriced or underserved</a:t>
          </a:r>
        </a:p>
      </dsp:txBody>
      <dsp:txXfrm>
        <a:off x="3158057" y="1309323"/>
        <a:ext cx="2246741" cy="1394998"/>
      </dsp:txXfrm>
    </dsp:sp>
    <dsp:sp modelId="{A0CA33F3-9F55-4F1F-B271-10F81D2BA311}">
      <dsp:nvSpPr>
        <dsp:cNvPr id="0" name=""/>
        <dsp:cNvSpPr/>
      </dsp:nvSpPr>
      <dsp:spPr>
        <a:xfrm>
          <a:off x="5707481" y="1019605"/>
          <a:ext cx="2333541" cy="14817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15D995-7123-444F-B331-C82AEFA07796}">
      <dsp:nvSpPr>
        <dsp:cNvPr id="0" name=""/>
        <dsp:cNvSpPr/>
      </dsp:nvSpPr>
      <dsp:spPr>
        <a:xfrm>
          <a:off x="5966763" y="1265923"/>
          <a:ext cx="2333541" cy="14817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Low-cost and ultra-low-cost-carriers focus on high-demand, price-sensitive markets</a:t>
          </a:r>
        </a:p>
      </dsp:txBody>
      <dsp:txXfrm>
        <a:off x="6010163" y="1309323"/>
        <a:ext cx="2246741" cy="1394998"/>
      </dsp:txXfrm>
    </dsp:sp>
    <dsp:sp modelId="{15C5C922-9533-4A8A-A107-61D6557AC1B1}">
      <dsp:nvSpPr>
        <dsp:cNvPr id="0" name=""/>
        <dsp:cNvSpPr/>
      </dsp:nvSpPr>
      <dsp:spPr>
        <a:xfrm>
          <a:off x="8559587" y="1019605"/>
          <a:ext cx="2333541" cy="1481798"/>
        </a:xfrm>
        <a:prstGeom prst="roundRect">
          <a:avLst>
            <a:gd name="adj" fmla="val 10000"/>
          </a:avLst>
        </a:prstGeom>
        <a:solidFill>
          <a:schemeClr val="accent6"/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0DD243-6734-4255-A428-35A4AFC1AD09}">
      <dsp:nvSpPr>
        <dsp:cNvPr id="0" name=""/>
        <dsp:cNvSpPr/>
      </dsp:nvSpPr>
      <dsp:spPr>
        <a:xfrm>
          <a:off x="8818870" y="1265923"/>
          <a:ext cx="2333541" cy="14817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Goal: Identify routes with strong demand, high fares, and limited low-cost competition</a:t>
          </a:r>
        </a:p>
      </dsp:txBody>
      <dsp:txXfrm>
        <a:off x="8862270" y="1309323"/>
        <a:ext cx="2246741" cy="13949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ABF511-E83E-4413-8951-3B724554CAC4}">
      <dsp:nvSpPr>
        <dsp:cNvPr id="0" name=""/>
        <dsp:cNvSpPr/>
      </dsp:nvSpPr>
      <dsp:spPr>
        <a:xfrm>
          <a:off x="3088698" y="3196706"/>
          <a:ext cx="442858" cy="14282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1429" y="0"/>
              </a:lnTo>
              <a:lnTo>
                <a:pt x="221429" y="1428220"/>
              </a:lnTo>
              <a:lnTo>
                <a:pt x="442858" y="1428220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B00CE9-1787-49CE-A254-773334FF8CCB}">
      <dsp:nvSpPr>
        <dsp:cNvPr id="0" name=""/>
        <dsp:cNvSpPr/>
      </dsp:nvSpPr>
      <dsp:spPr>
        <a:xfrm>
          <a:off x="3088698" y="3196706"/>
          <a:ext cx="442858" cy="4760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1429" y="0"/>
              </a:lnTo>
              <a:lnTo>
                <a:pt x="221429" y="476073"/>
              </a:lnTo>
              <a:lnTo>
                <a:pt x="442858" y="476073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36B491-5C1C-410D-87B7-602EC8771BC2}">
      <dsp:nvSpPr>
        <dsp:cNvPr id="0" name=""/>
        <dsp:cNvSpPr/>
      </dsp:nvSpPr>
      <dsp:spPr>
        <a:xfrm>
          <a:off x="3088698" y="2720632"/>
          <a:ext cx="442858" cy="476073"/>
        </a:xfrm>
        <a:custGeom>
          <a:avLst/>
          <a:gdLst/>
          <a:ahLst/>
          <a:cxnLst/>
          <a:rect l="0" t="0" r="0" b="0"/>
          <a:pathLst>
            <a:path>
              <a:moveTo>
                <a:pt x="0" y="476073"/>
              </a:moveTo>
              <a:lnTo>
                <a:pt x="221429" y="476073"/>
              </a:lnTo>
              <a:lnTo>
                <a:pt x="221429" y="0"/>
              </a:lnTo>
              <a:lnTo>
                <a:pt x="442858" y="0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06B5D7-3A26-4F89-98F2-F94A27AE2203}">
      <dsp:nvSpPr>
        <dsp:cNvPr id="0" name=""/>
        <dsp:cNvSpPr/>
      </dsp:nvSpPr>
      <dsp:spPr>
        <a:xfrm>
          <a:off x="3088698" y="1768485"/>
          <a:ext cx="442858" cy="1428220"/>
        </a:xfrm>
        <a:custGeom>
          <a:avLst/>
          <a:gdLst/>
          <a:ahLst/>
          <a:cxnLst/>
          <a:rect l="0" t="0" r="0" b="0"/>
          <a:pathLst>
            <a:path>
              <a:moveTo>
                <a:pt x="0" y="1428220"/>
              </a:moveTo>
              <a:lnTo>
                <a:pt x="221429" y="1428220"/>
              </a:lnTo>
              <a:lnTo>
                <a:pt x="221429" y="0"/>
              </a:lnTo>
              <a:lnTo>
                <a:pt x="442858" y="0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8A1051-7BB9-4446-AA90-CC9C6B4CB8F3}">
      <dsp:nvSpPr>
        <dsp:cNvPr id="0" name=""/>
        <dsp:cNvSpPr/>
      </dsp:nvSpPr>
      <dsp:spPr>
        <a:xfrm>
          <a:off x="874403" y="2586"/>
          <a:ext cx="2214294" cy="6753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Used real world airline data from the U.S. Department of Transportation</a:t>
          </a:r>
        </a:p>
      </dsp:txBody>
      <dsp:txXfrm>
        <a:off x="874403" y="2586"/>
        <a:ext cx="2214294" cy="675359"/>
      </dsp:txXfrm>
    </dsp:sp>
    <dsp:sp modelId="{3BA205FB-890A-4FA9-AD2E-B4D2F38BFACA}">
      <dsp:nvSpPr>
        <dsp:cNvPr id="0" name=""/>
        <dsp:cNvSpPr/>
      </dsp:nvSpPr>
      <dsp:spPr>
        <a:xfrm>
          <a:off x="874403" y="954732"/>
          <a:ext cx="2214294" cy="6753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Focused on 2024-2025 U.S. airport pair markets</a:t>
          </a:r>
        </a:p>
      </dsp:txBody>
      <dsp:txXfrm>
        <a:off x="874403" y="954732"/>
        <a:ext cx="2214294" cy="675359"/>
      </dsp:txXfrm>
    </dsp:sp>
    <dsp:sp modelId="{9A4E311A-A5A5-46AC-83A0-C7227F950F85}">
      <dsp:nvSpPr>
        <dsp:cNvPr id="0" name=""/>
        <dsp:cNvSpPr/>
      </dsp:nvSpPr>
      <dsp:spPr>
        <a:xfrm>
          <a:off x="874403" y="1906879"/>
          <a:ext cx="2214294" cy="6753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Applied k-means clustering to group similar markets</a:t>
          </a:r>
        </a:p>
      </dsp:txBody>
      <dsp:txXfrm>
        <a:off x="874403" y="1906879"/>
        <a:ext cx="2214294" cy="675359"/>
      </dsp:txXfrm>
    </dsp:sp>
    <dsp:sp modelId="{CDADE30D-E924-4E2B-8E4E-1632AECB58BC}">
      <dsp:nvSpPr>
        <dsp:cNvPr id="0" name=""/>
        <dsp:cNvSpPr/>
      </dsp:nvSpPr>
      <dsp:spPr>
        <a:xfrm>
          <a:off x="874403" y="2859026"/>
          <a:ext cx="2214294" cy="6753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Variables used:</a:t>
          </a:r>
        </a:p>
      </dsp:txBody>
      <dsp:txXfrm>
        <a:off x="874403" y="2859026"/>
        <a:ext cx="2214294" cy="675359"/>
      </dsp:txXfrm>
    </dsp:sp>
    <dsp:sp modelId="{E438107A-BE62-4EFE-A2B7-33BEC3ADCD37}">
      <dsp:nvSpPr>
        <dsp:cNvPr id="0" name=""/>
        <dsp:cNvSpPr/>
      </dsp:nvSpPr>
      <dsp:spPr>
        <a:xfrm>
          <a:off x="3531557" y="1430806"/>
          <a:ext cx="2214294" cy="67535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Distance</a:t>
          </a:r>
        </a:p>
      </dsp:txBody>
      <dsp:txXfrm>
        <a:off x="3531557" y="1430806"/>
        <a:ext cx="2214294" cy="675359"/>
      </dsp:txXfrm>
    </dsp:sp>
    <dsp:sp modelId="{9E295A5B-0BCE-4FE3-9F90-696E99572D7E}">
      <dsp:nvSpPr>
        <dsp:cNvPr id="0" name=""/>
        <dsp:cNvSpPr/>
      </dsp:nvSpPr>
      <dsp:spPr>
        <a:xfrm>
          <a:off x="3531557" y="2382952"/>
          <a:ext cx="2214294" cy="67535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Passenger demand</a:t>
          </a:r>
        </a:p>
      </dsp:txBody>
      <dsp:txXfrm>
        <a:off x="3531557" y="2382952"/>
        <a:ext cx="2214294" cy="675359"/>
      </dsp:txXfrm>
    </dsp:sp>
    <dsp:sp modelId="{079F0CC6-7DA6-4FE6-8CDC-E9BB0BD1914D}">
      <dsp:nvSpPr>
        <dsp:cNvPr id="0" name=""/>
        <dsp:cNvSpPr/>
      </dsp:nvSpPr>
      <dsp:spPr>
        <a:xfrm>
          <a:off x="3531557" y="3335099"/>
          <a:ext cx="2214294" cy="67535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Airfare</a:t>
          </a:r>
        </a:p>
      </dsp:txBody>
      <dsp:txXfrm>
        <a:off x="3531557" y="3335099"/>
        <a:ext cx="2214294" cy="675359"/>
      </dsp:txXfrm>
    </dsp:sp>
    <dsp:sp modelId="{2444AA43-EE45-4E16-B8A6-D76B9C80AA4E}">
      <dsp:nvSpPr>
        <dsp:cNvPr id="0" name=""/>
        <dsp:cNvSpPr/>
      </dsp:nvSpPr>
      <dsp:spPr>
        <a:xfrm>
          <a:off x="3531557" y="4287246"/>
          <a:ext cx="2214294" cy="67535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Market concerntration</a:t>
          </a:r>
        </a:p>
      </dsp:txBody>
      <dsp:txXfrm>
        <a:off x="3531557" y="4287246"/>
        <a:ext cx="2214294" cy="675359"/>
      </dsp:txXfrm>
    </dsp:sp>
    <dsp:sp modelId="{3F718343-9EB3-44A5-929E-BF2906F8360C}">
      <dsp:nvSpPr>
        <dsp:cNvPr id="0" name=""/>
        <dsp:cNvSpPr/>
      </dsp:nvSpPr>
      <dsp:spPr>
        <a:xfrm>
          <a:off x="874403" y="3811172"/>
          <a:ext cx="2214294" cy="6753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Identified clusters with the strongest expansion potential</a:t>
          </a:r>
        </a:p>
      </dsp:txBody>
      <dsp:txXfrm>
        <a:off x="874403" y="3811172"/>
        <a:ext cx="2214294" cy="67535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DA61AA-6725-4FCE-99CD-9CD5C959E4D3}">
      <dsp:nvSpPr>
        <dsp:cNvPr id="0" name=""/>
        <dsp:cNvSpPr/>
      </dsp:nvSpPr>
      <dsp:spPr>
        <a:xfrm>
          <a:off x="0" y="459"/>
          <a:ext cx="5166360" cy="10761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4D7991-29F2-4C4B-898A-954C8BFD4809}">
      <dsp:nvSpPr>
        <dsp:cNvPr id="0" name=""/>
        <dsp:cNvSpPr/>
      </dsp:nvSpPr>
      <dsp:spPr>
        <a:xfrm>
          <a:off x="325525" y="242586"/>
          <a:ext cx="591864" cy="591864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2BBF63-B338-420D-97A1-55D4B9D7F2E7}">
      <dsp:nvSpPr>
        <dsp:cNvPr id="0" name=""/>
        <dsp:cNvSpPr/>
      </dsp:nvSpPr>
      <dsp:spPr>
        <a:xfrm>
          <a:off x="1242914" y="459"/>
          <a:ext cx="3923445" cy="1076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889" tIns="113889" rIns="113889" bIns="113889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Identified high-demand routes with elevated fares and limited low-cost presence</a:t>
          </a:r>
        </a:p>
      </dsp:txBody>
      <dsp:txXfrm>
        <a:off x="1242914" y="459"/>
        <a:ext cx="3923445" cy="1076116"/>
      </dsp:txXfrm>
    </dsp:sp>
    <dsp:sp modelId="{3AD74AC7-075A-4E28-915A-48755266C2DD}">
      <dsp:nvSpPr>
        <dsp:cNvPr id="0" name=""/>
        <dsp:cNvSpPr/>
      </dsp:nvSpPr>
      <dsp:spPr>
        <a:xfrm>
          <a:off x="0" y="1345605"/>
          <a:ext cx="5166360" cy="10761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B46BF9-8751-493F-BBE9-EAAE8B1A9FE2}">
      <dsp:nvSpPr>
        <dsp:cNvPr id="0" name=""/>
        <dsp:cNvSpPr/>
      </dsp:nvSpPr>
      <dsp:spPr>
        <a:xfrm>
          <a:off x="325525" y="1587731"/>
          <a:ext cx="591864" cy="591864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21033D-A22D-4C6C-928D-7088F43CA00D}">
      <dsp:nvSpPr>
        <dsp:cNvPr id="0" name=""/>
        <dsp:cNvSpPr/>
      </dsp:nvSpPr>
      <dsp:spPr>
        <a:xfrm>
          <a:off x="1242914" y="1345605"/>
          <a:ext cx="3923445" cy="1076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889" tIns="113889" rIns="113889" bIns="113889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Strongest opportunities found in mid to long distance markets</a:t>
          </a:r>
        </a:p>
      </dsp:txBody>
      <dsp:txXfrm>
        <a:off x="1242914" y="1345605"/>
        <a:ext cx="3923445" cy="1076116"/>
      </dsp:txXfrm>
    </dsp:sp>
    <dsp:sp modelId="{FEAF33C9-3AA0-4FA0-AA00-B99A8727B3E6}">
      <dsp:nvSpPr>
        <dsp:cNvPr id="0" name=""/>
        <dsp:cNvSpPr/>
      </dsp:nvSpPr>
      <dsp:spPr>
        <a:xfrm>
          <a:off x="0" y="2690751"/>
          <a:ext cx="5166360" cy="10761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3A4C29-9034-47D4-AC54-F6396C671FDD}">
      <dsp:nvSpPr>
        <dsp:cNvPr id="0" name=""/>
        <dsp:cNvSpPr/>
      </dsp:nvSpPr>
      <dsp:spPr>
        <a:xfrm>
          <a:off x="325525" y="2932877"/>
          <a:ext cx="591864" cy="5918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555F65-0109-4E88-9668-390602463325}">
      <dsp:nvSpPr>
        <dsp:cNvPr id="0" name=""/>
        <dsp:cNvSpPr/>
      </dsp:nvSpPr>
      <dsp:spPr>
        <a:xfrm>
          <a:off x="1242914" y="2690751"/>
          <a:ext cx="3923445" cy="1076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889" tIns="113889" rIns="113889" bIns="113889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Results support data-driven route expansion decisions</a:t>
          </a:r>
        </a:p>
      </dsp:txBody>
      <dsp:txXfrm>
        <a:off x="1242914" y="2690751"/>
        <a:ext cx="3923445" cy="10761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39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598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384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965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955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84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568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792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163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527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695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935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3.jp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Plane on tarmac">
            <a:extLst>
              <a:ext uri="{FF2B5EF4-FFF2-40B4-BE49-F238E27FC236}">
                <a16:creationId xmlns:a16="http://schemas.microsoft.com/office/drawing/2014/main" id="{D9413330-0BD2-A59C-8C53-B462B5F254B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4388" b="11342"/>
          <a:stretch>
            <a:fillRect/>
          </a:stretch>
        </p:blipFill>
        <p:spPr>
          <a:xfrm>
            <a:off x="-2" y="-4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09D76A-E9C2-2EBD-4B0B-BD9EBE3073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45059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>
                <a:solidFill>
                  <a:srgbClr val="FFFFFF"/>
                </a:solidFill>
              </a:rPr>
              <a:t>Identifying High-Potential Routes for Low-Cost and Ultra-Low-Cost Airline Expansion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61D8C8-D129-32C4-F893-98DF30764F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2366" y="4017818"/>
            <a:ext cx="5040785" cy="1828799"/>
          </a:xfrm>
        </p:spPr>
        <p:txBody>
          <a:bodyPr anchor="b">
            <a:normAutofit/>
          </a:bodyPr>
          <a:lstStyle/>
          <a:p>
            <a:r>
              <a:rPr lang="en-US" sz="2400">
                <a:solidFill>
                  <a:srgbClr val="FFFFFF"/>
                </a:solidFill>
              </a:rPr>
              <a:t>Navid Farzanpay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4994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aper planes formed a triangle with one yellow paper plane on top">
            <a:extLst>
              <a:ext uri="{FF2B5EF4-FFF2-40B4-BE49-F238E27FC236}">
                <a16:creationId xmlns:a16="http://schemas.microsoft.com/office/drawing/2014/main" id="{6D8517FB-5361-7E06-E8EA-251C95C361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56003"/>
            <a:ext cx="12192000" cy="73140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547587-89BA-3842-552B-9ABCFAC34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The Problem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C836367-16EC-BEDF-D4B1-DE9F209A74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318451"/>
              </p:ext>
            </p:extLst>
          </p:nvPr>
        </p:nvGraphicFramePr>
        <p:xfrm>
          <a:off x="521208" y="2578608"/>
          <a:ext cx="1115568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2398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8E1784-9120-2E3C-21A2-E5BDF5DB4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US" dirty="0"/>
              <a:t>The Approach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51808AB-2943-464C-A710-F2A18D869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300216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3" name="Content Placeholder 2">
            <a:extLst>
              <a:ext uri="{FF2B5EF4-FFF2-40B4-BE49-F238E27FC236}">
                <a16:creationId xmlns:a16="http://schemas.microsoft.com/office/drawing/2014/main" id="{7FB24111-047A-152E-C160-26A449221E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8950162"/>
              </p:ext>
            </p:extLst>
          </p:nvPr>
        </p:nvGraphicFramePr>
        <p:xfrm>
          <a:off x="5065776" y="978408"/>
          <a:ext cx="6620256" cy="4965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Picture 7" descr="Analog board showing flight information">
            <a:extLst>
              <a:ext uri="{FF2B5EF4-FFF2-40B4-BE49-F238E27FC236}">
                <a16:creationId xmlns:a16="http://schemas.microsoft.com/office/drawing/2014/main" id="{2F864569-E3F1-EF46-2198-89F754DED0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70" y="2106095"/>
            <a:ext cx="4824747" cy="3215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670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Shadow of airplane wing on sunny runway">
            <a:extLst>
              <a:ext uri="{FF2B5EF4-FFF2-40B4-BE49-F238E27FC236}">
                <a16:creationId xmlns:a16="http://schemas.microsoft.com/office/drawing/2014/main" id="{EB1EE3FF-DB57-68E6-0FED-1016074776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0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61110F7-3643-258B-8D4B-F0E1D44BE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Results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72D359EC-17FB-1C76-33AD-97B3D49C79F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139255791"/>
              </p:ext>
            </p:extLst>
          </p:nvPr>
        </p:nvGraphicFramePr>
        <p:xfrm>
          <a:off x="521208" y="2578608"/>
          <a:ext cx="516636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E5A27D-3AE7-1607-BC57-77F8DB6F7D3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Example Routes:</a:t>
            </a:r>
          </a:p>
          <a:p>
            <a:pPr lvl="1"/>
            <a:r>
              <a:rPr lang="en-US" dirty="0"/>
              <a:t>Newark – San Francisco (EWR-SFO)</a:t>
            </a:r>
          </a:p>
          <a:p>
            <a:pPr lvl="1"/>
            <a:r>
              <a:rPr lang="en-US" dirty="0"/>
              <a:t>Boston – Fort Meyers (BOS-RSW)</a:t>
            </a:r>
          </a:p>
          <a:p>
            <a:pPr lvl="1"/>
            <a:r>
              <a:rPr lang="en-US" dirty="0"/>
              <a:t>San Diego – Seattle (SAN-SEA)</a:t>
            </a:r>
          </a:p>
          <a:p>
            <a:r>
              <a:rPr lang="en-US" dirty="0"/>
              <a:t>Additional Opportunities:</a:t>
            </a:r>
          </a:p>
          <a:p>
            <a:pPr lvl="1"/>
            <a:r>
              <a:rPr lang="en-US" dirty="0"/>
              <a:t>Orlando – Baltimore (MCO-BWI)</a:t>
            </a:r>
          </a:p>
          <a:p>
            <a:pPr lvl="1"/>
            <a:r>
              <a:rPr lang="en-US" dirty="0"/>
              <a:t>Los Angeles – Newark (LAX-EWR)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870863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169</Words>
  <Application>Microsoft Office PowerPoint</Application>
  <PresentationFormat>Widescreen</PresentationFormat>
  <Paragraphs>28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Bierstadt</vt:lpstr>
      <vt:lpstr>GestaltVTI</vt:lpstr>
      <vt:lpstr>Identifying High-Potential Routes for Low-Cost and Ultra-Low-Cost Airline Expansion</vt:lpstr>
      <vt:lpstr>The Problem</vt:lpstr>
      <vt:lpstr>The Approach</vt:lpstr>
      <vt:lpstr>The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Farzanpay, Navid</dc:creator>
  <cp:lastModifiedBy>Farzanpay, Navid</cp:lastModifiedBy>
  <cp:revision>1</cp:revision>
  <dcterms:created xsi:type="dcterms:W3CDTF">2026-04-25T17:55:43Z</dcterms:created>
  <dcterms:modified xsi:type="dcterms:W3CDTF">2026-04-25T18:27:34Z</dcterms:modified>
</cp:coreProperties>
</file>